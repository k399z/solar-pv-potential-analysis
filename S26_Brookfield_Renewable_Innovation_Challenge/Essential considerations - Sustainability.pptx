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18"/>
  </p:notesMasterIdLst>
  <p:sldIdLst>
    <p:sldId id="256" r:id="rId5"/>
    <p:sldId id="308" r:id="rId6"/>
    <p:sldId id="304" r:id="rId7"/>
    <p:sldId id="309" r:id="rId8"/>
    <p:sldId id="263" r:id="rId9"/>
    <p:sldId id="305" r:id="rId10"/>
    <p:sldId id="306" r:id="rId11"/>
    <p:sldId id="307" r:id="rId12"/>
    <p:sldId id="310" r:id="rId13"/>
    <p:sldId id="275" r:id="rId14"/>
    <p:sldId id="314" r:id="rId15"/>
    <p:sldId id="299" r:id="rId16"/>
    <p:sldId id="31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CE2D963-95A7-B129-3116-E6B3D8209E7A}" name="Isra Saeed" initials="IS" userId="S::i4saeed@uwaterloo.ca::dd252218-0b7e-407e-9bf9-3fc9277f98a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EA3D"/>
    <a:srgbClr val="FFFFFF"/>
    <a:srgbClr val="E4B429"/>
    <a:srgbClr val="FFD54F"/>
    <a:srgbClr val="FFFFAA"/>
    <a:srgbClr val="E0249A"/>
    <a:srgbClr val="0073CF"/>
    <a:srgbClr val="57068C"/>
    <a:srgbClr val="FFDB43"/>
    <a:srgbClr val="FDD54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5406" autoAdjust="0"/>
  </p:normalViewPr>
  <p:slideViewPr>
    <p:cSldViewPr snapToGrid="0">
      <p:cViewPr varScale="1">
        <p:scale>
          <a:sx n="42" d="100"/>
          <a:sy n="42" d="100"/>
        </p:scale>
        <p:origin x="1580"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E97C-1779-4CEE-80D0-5BBB1AC4023D}" type="datetimeFigureOut">
              <a:rPr lang="en-US" smtClean="0"/>
              <a:t>7/4/2026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chrome-extension://efaidnbmnnnibpcajpcglclefindmkaj/https:/uwaterloo.ca/sustainability/sites/default/files/uploads/documents/environmental-sustainability-report-2025-final.pdf"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chrome-extension://efaidnbmnnnibpcajpcglclefindmkaj/https:/uwaterloo.ca/sustainability/sites/default/files/uploads/documents/environmental-sustainability-report-2025-final.pdf"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chrome-extension://efaidnbmnnnibpcajpcglclefindmkaj/https:/uwaterloo.ca/sustainability/sites/default/files/uploads/documents/environmental-sustainability-report-2025-final.pdf"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CEF7D1-689C-4BC1-B59B-4A4CE078ECDF}" type="slidenum">
              <a:rPr lang="en-US" smtClean="0"/>
              <a:t>3</a:t>
            </a:fld>
            <a:endParaRPr lang="en-US"/>
          </a:p>
        </p:txBody>
      </p:sp>
    </p:spTree>
    <p:extLst>
      <p:ext uri="{BB962C8B-B14F-4D97-AF65-F5344CB8AC3E}">
        <p14:creationId xmlns:p14="http://schemas.microsoft.com/office/powerpoint/2010/main" val="2451036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5F046-3A45-2086-7583-D163769AC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D647D-8329-DA36-E1CC-0B884EED55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833F5-276F-8D3A-B53D-A4B5E22A57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Website source: </a:t>
            </a:r>
            <a:r>
              <a:rPr lang="en-CA" sz="1200" i="1" kern="1200" dirty="0">
                <a:solidFill>
                  <a:schemeClr val="tx1"/>
                </a:solidFill>
                <a:effectLst/>
                <a:latin typeface="+mn-lt"/>
                <a:ea typeface="+mn-ea"/>
                <a:cs typeface="+mn-cs"/>
              </a:rPr>
              <a:t>Our progress | Sustainability | University of Waterloo</a:t>
            </a:r>
            <a:r>
              <a:rPr lang="en-CA" sz="1200" kern="1200" dirty="0">
                <a:solidFill>
                  <a:schemeClr val="tx1"/>
                </a:solidFill>
                <a:effectLst/>
                <a:latin typeface="+mn-lt"/>
                <a:ea typeface="+mn-ea"/>
                <a:cs typeface="+mn-cs"/>
              </a:rPr>
              <a:t>. (n.d.). Retrieved July 4, 2026, from https://uwaterloo.ca/sustainability/our-progress</a:t>
            </a:r>
            <a:r>
              <a:rPr lang="en-US" sz="1200" kern="1200" dirty="0">
                <a:solidFill>
                  <a:schemeClr val="tx1"/>
                </a:solidFill>
                <a:effectLst/>
                <a:latin typeface="+mn-lt"/>
                <a:ea typeface="+mn-ea"/>
                <a:cs typeface="+mn-cs"/>
              </a:rPr>
              <a:t> </a:t>
            </a: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Present the definition of sustainability as included in University of Waterloo’s </a:t>
            </a:r>
            <a:r>
              <a:rPr lang="en-CA" sz="1200" u="sng" kern="1200" dirty="0">
                <a:solidFill>
                  <a:schemeClr val="tx1"/>
                </a:solidFill>
                <a:effectLst/>
                <a:latin typeface="+mn-lt"/>
                <a:ea typeface="+mn-ea"/>
                <a:cs typeface="+mn-cs"/>
                <a:hlinkClick r:id="rId3"/>
              </a:rPr>
              <a:t>Environmental Sustainability Report</a:t>
            </a:r>
            <a:endParaRPr lang="en-US" sz="1200" kern="1200" dirty="0">
              <a:solidFill>
                <a:schemeClr val="tx1"/>
              </a:solidFill>
              <a:effectLst/>
              <a:latin typeface="+mn-lt"/>
              <a:ea typeface="+mn-ea"/>
              <a:cs typeface="+mn-cs"/>
            </a:endParaRPr>
          </a:p>
          <a:p>
            <a:endParaRPr lang="en-US" dirty="0"/>
          </a:p>
          <a:p>
            <a:r>
              <a:rPr lang="en-US" dirty="0"/>
              <a:t>Environmental pertains to the natural world, the ecosystems  - </a:t>
            </a:r>
            <a:r>
              <a:rPr lang="en-US" dirty="0" err="1"/>
              <a:t>eg</a:t>
            </a:r>
            <a:r>
              <a:rPr lang="en-US" dirty="0"/>
              <a:t> planting trees</a:t>
            </a:r>
          </a:p>
        </p:txBody>
      </p:sp>
      <p:sp>
        <p:nvSpPr>
          <p:cNvPr id="4" name="Slide Number Placeholder 3">
            <a:extLst>
              <a:ext uri="{FF2B5EF4-FFF2-40B4-BE49-F238E27FC236}">
                <a16:creationId xmlns:a16="http://schemas.microsoft.com/office/drawing/2014/main" id="{9F0394F3-1403-A735-B3B9-857FF774AD90}"/>
              </a:ext>
            </a:extLst>
          </p:cNvPr>
          <p:cNvSpPr>
            <a:spLocks noGrp="1"/>
          </p:cNvSpPr>
          <p:nvPr>
            <p:ph type="sldNum" sz="quarter" idx="5"/>
          </p:nvPr>
        </p:nvSpPr>
        <p:spPr/>
        <p:txBody>
          <a:bodyPr/>
          <a:lstStyle/>
          <a:p>
            <a:fld id="{8CCEF7D1-689C-4BC1-B59B-4A4CE078ECDF}" type="slidenum">
              <a:rPr lang="en-US" smtClean="0"/>
              <a:t>4</a:t>
            </a:fld>
            <a:endParaRPr lang="en-US"/>
          </a:p>
        </p:txBody>
      </p:sp>
    </p:spTree>
    <p:extLst>
      <p:ext uri="{BB962C8B-B14F-4D97-AF65-F5344CB8AC3E}">
        <p14:creationId xmlns:p14="http://schemas.microsoft.com/office/powerpoint/2010/main" val="445112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Website source: </a:t>
            </a:r>
            <a:r>
              <a:rPr lang="en-CA" sz="1200" i="1" kern="1200" dirty="0">
                <a:solidFill>
                  <a:schemeClr val="tx1"/>
                </a:solidFill>
                <a:effectLst/>
                <a:latin typeface="+mn-lt"/>
                <a:ea typeface="+mn-ea"/>
                <a:cs typeface="+mn-cs"/>
              </a:rPr>
              <a:t>Our progress | Sustainability | University of Waterloo</a:t>
            </a:r>
            <a:r>
              <a:rPr lang="en-CA" sz="1200" kern="1200" dirty="0">
                <a:solidFill>
                  <a:schemeClr val="tx1"/>
                </a:solidFill>
                <a:effectLst/>
                <a:latin typeface="+mn-lt"/>
                <a:ea typeface="+mn-ea"/>
                <a:cs typeface="+mn-cs"/>
              </a:rPr>
              <a:t>. (n.d.). Retrieved July 4, 2026, from https://uwaterloo.ca/sustainability/our-progress</a:t>
            </a:r>
            <a:r>
              <a:rPr lang="en-US" sz="1200" kern="1200" dirty="0">
                <a:solidFill>
                  <a:schemeClr val="tx1"/>
                </a:solidFill>
                <a:effectLst/>
                <a:latin typeface="+mn-lt"/>
                <a:ea typeface="+mn-ea"/>
                <a:cs typeface="+mn-cs"/>
              </a:rPr>
              <a:t> </a:t>
            </a: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Present the definition of sustainability as included in University of Waterloo’s </a:t>
            </a:r>
            <a:r>
              <a:rPr lang="en-CA" sz="1200" u="sng" kern="1200" dirty="0">
                <a:solidFill>
                  <a:schemeClr val="tx1"/>
                </a:solidFill>
                <a:effectLst/>
                <a:latin typeface="+mn-lt"/>
                <a:ea typeface="+mn-ea"/>
                <a:cs typeface="+mn-cs"/>
                <a:hlinkClick r:id="rId3"/>
              </a:rPr>
              <a:t>Environmental Sustainability Report</a:t>
            </a:r>
            <a:endParaRPr lang="en-US" sz="1200" kern="1200" dirty="0">
              <a:solidFill>
                <a:schemeClr val="tx1"/>
              </a:solidFill>
              <a:effectLst/>
              <a:latin typeface="+mn-lt"/>
              <a:ea typeface="+mn-ea"/>
              <a:cs typeface="+mn-cs"/>
            </a:endParaRPr>
          </a:p>
          <a:p>
            <a:endParaRPr lang="en-US" dirty="0"/>
          </a:p>
          <a:p>
            <a:r>
              <a:rPr lang="en-US" dirty="0"/>
              <a:t>Provide an example that highlights the difference between the two </a:t>
            </a:r>
          </a:p>
          <a:p>
            <a:endParaRPr lang="en-US" dirty="0"/>
          </a:p>
          <a:p>
            <a:r>
              <a:rPr lang="en-US" dirty="0"/>
              <a:t>Environmental pertains to the natural world, the ecosystems  - </a:t>
            </a:r>
            <a:r>
              <a:rPr lang="en-US" dirty="0" err="1"/>
              <a:t>eg</a:t>
            </a:r>
            <a:r>
              <a:rPr lang="en-US" dirty="0"/>
              <a:t> planting trees</a:t>
            </a:r>
          </a:p>
          <a:p>
            <a:r>
              <a:rPr lang="en-US" dirty="0"/>
              <a:t>Sustainability is more inclusive an umbrella term that covers – environment, society, economy (medium term – long term)</a:t>
            </a:r>
          </a:p>
          <a:p>
            <a:r>
              <a:rPr lang="en-US" dirty="0"/>
              <a:t> </a:t>
            </a:r>
          </a:p>
        </p:txBody>
      </p:sp>
      <p:sp>
        <p:nvSpPr>
          <p:cNvPr id="4" name="Slide Number Placeholder 3"/>
          <p:cNvSpPr>
            <a:spLocks noGrp="1"/>
          </p:cNvSpPr>
          <p:nvPr>
            <p:ph type="sldNum" sz="quarter" idx="5"/>
          </p:nvPr>
        </p:nvSpPr>
        <p:spPr/>
        <p:txBody>
          <a:bodyPr/>
          <a:lstStyle/>
          <a:p>
            <a:fld id="{8CCEF7D1-689C-4BC1-B59B-4A4CE078ECDF}" type="slidenum">
              <a:rPr lang="en-US" smtClean="0"/>
              <a:t>5</a:t>
            </a:fld>
            <a:endParaRPr lang="en-US"/>
          </a:p>
        </p:txBody>
      </p:sp>
    </p:spTree>
    <p:extLst>
      <p:ext uri="{BB962C8B-B14F-4D97-AF65-F5344CB8AC3E}">
        <p14:creationId xmlns:p14="http://schemas.microsoft.com/office/powerpoint/2010/main" val="1609014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45A23-EDEE-530E-6FCB-DF704E056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F84343-CC77-7DF1-B53E-BB2C6D05E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431A03-89CA-EAA8-542F-889A40C595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Website source: </a:t>
            </a:r>
            <a:r>
              <a:rPr lang="en-CA" sz="1200" i="1" kern="1200" dirty="0">
                <a:solidFill>
                  <a:schemeClr val="tx1"/>
                </a:solidFill>
                <a:effectLst/>
                <a:latin typeface="+mn-lt"/>
                <a:ea typeface="+mn-ea"/>
                <a:cs typeface="+mn-cs"/>
              </a:rPr>
              <a:t>Our progress | Sustainability | University of Waterloo</a:t>
            </a:r>
            <a:r>
              <a:rPr lang="en-CA" sz="1200" kern="1200" dirty="0">
                <a:solidFill>
                  <a:schemeClr val="tx1"/>
                </a:solidFill>
                <a:effectLst/>
                <a:latin typeface="+mn-lt"/>
                <a:ea typeface="+mn-ea"/>
                <a:cs typeface="+mn-cs"/>
              </a:rPr>
              <a:t>. (n.d.). Retrieved July 4, 2026, from https://uwaterloo.ca/sustainability/our-progress</a:t>
            </a:r>
            <a:r>
              <a:rPr lang="en-US" sz="1200" kern="1200" dirty="0">
                <a:solidFill>
                  <a:schemeClr val="tx1"/>
                </a:solidFill>
                <a:effectLst/>
                <a:latin typeface="+mn-lt"/>
                <a:ea typeface="+mn-ea"/>
                <a:cs typeface="+mn-cs"/>
              </a:rPr>
              <a:t> </a:t>
            </a: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Present the definition of sustainability as included in University of Waterloo’s </a:t>
            </a:r>
            <a:r>
              <a:rPr lang="en-CA" sz="1200" u="sng" kern="1200" dirty="0">
                <a:solidFill>
                  <a:schemeClr val="tx1"/>
                </a:solidFill>
                <a:effectLst/>
                <a:latin typeface="+mn-lt"/>
                <a:ea typeface="+mn-ea"/>
                <a:cs typeface="+mn-cs"/>
                <a:hlinkClick r:id="rId3"/>
              </a:rPr>
              <a:t>Environmental Sustainability Report</a:t>
            </a:r>
            <a:endParaRPr lang="en-US" sz="1200" u="sng"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u="sng"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Ask students to think about the term “mutually reinforcing connections” and continue asking questions until they reach the conclusion that </a:t>
            </a:r>
            <a:r>
              <a:rPr lang="en-CA" sz="1200" b="1" kern="1200" dirty="0">
                <a:solidFill>
                  <a:schemeClr val="tx1"/>
                </a:solidFill>
                <a:effectLst/>
                <a:latin typeface="+mn-lt"/>
                <a:ea typeface="+mn-ea"/>
                <a:cs typeface="+mn-cs"/>
              </a:rPr>
              <a:t>the ‘best environmental solution is not always the optimal choice for sustainability’</a:t>
            </a:r>
            <a:endParaRPr lang="en-US" sz="1200" b="1"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7E4276B-B123-3AE3-1AE3-0FDF0BDDF331}"/>
              </a:ext>
            </a:extLst>
          </p:cNvPr>
          <p:cNvSpPr>
            <a:spLocks noGrp="1"/>
          </p:cNvSpPr>
          <p:nvPr>
            <p:ph type="sldNum" sz="quarter" idx="5"/>
          </p:nvPr>
        </p:nvSpPr>
        <p:spPr/>
        <p:txBody>
          <a:bodyPr/>
          <a:lstStyle/>
          <a:p>
            <a:fld id="{8CCEF7D1-689C-4BC1-B59B-4A4CE078ECDF}" type="slidenum">
              <a:rPr lang="en-US" smtClean="0"/>
              <a:t>6</a:t>
            </a:fld>
            <a:endParaRPr lang="en-US"/>
          </a:p>
        </p:txBody>
      </p:sp>
    </p:spTree>
    <p:extLst>
      <p:ext uri="{BB962C8B-B14F-4D97-AF65-F5344CB8AC3E}">
        <p14:creationId xmlns:p14="http://schemas.microsoft.com/office/powerpoint/2010/main" val="1851645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source: </a:t>
            </a:r>
            <a:r>
              <a:rPr lang="en-CA" sz="1200" kern="1200" dirty="0">
                <a:solidFill>
                  <a:schemeClr val="tx1"/>
                </a:solidFill>
                <a:effectLst/>
                <a:latin typeface="+mn-lt"/>
                <a:ea typeface="+mn-ea"/>
                <a:cs typeface="+mn-cs"/>
              </a:rPr>
              <a:t>Purvis, B., Mao, Y., &amp; Robinson, D. (2019). Three pillars of sustainability: In search of conceptual origins. </a:t>
            </a:r>
            <a:r>
              <a:rPr lang="en-CA" sz="1200" i="1" kern="1200" dirty="0">
                <a:solidFill>
                  <a:schemeClr val="tx1"/>
                </a:solidFill>
                <a:effectLst/>
                <a:latin typeface="+mn-lt"/>
                <a:ea typeface="+mn-ea"/>
                <a:cs typeface="+mn-cs"/>
              </a:rPr>
              <a:t>Sustainability Science</a:t>
            </a:r>
            <a:r>
              <a:rPr lang="en-CA" sz="1200" kern="1200" dirty="0">
                <a:solidFill>
                  <a:schemeClr val="tx1"/>
                </a:solidFill>
                <a:effectLst/>
                <a:latin typeface="+mn-lt"/>
                <a:ea typeface="+mn-ea"/>
                <a:cs typeface="+mn-cs"/>
              </a:rPr>
              <a:t>, </a:t>
            </a:r>
            <a:r>
              <a:rPr lang="en-CA" sz="1200" i="1" kern="1200" dirty="0">
                <a:solidFill>
                  <a:schemeClr val="tx1"/>
                </a:solidFill>
                <a:effectLst/>
                <a:latin typeface="+mn-lt"/>
                <a:ea typeface="+mn-ea"/>
                <a:cs typeface="+mn-cs"/>
              </a:rPr>
              <a:t>14</a:t>
            </a:r>
            <a:r>
              <a:rPr lang="en-CA" sz="1200" kern="1200" dirty="0">
                <a:solidFill>
                  <a:schemeClr val="tx1"/>
                </a:solidFill>
                <a:effectLst/>
                <a:latin typeface="+mn-lt"/>
                <a:ea typeface="+mn-ea"/>
                <a:cs typeface="+mn-cs"/>
              </a:rPr>
              <a:t>(3), 681–695. https://doi.org/10.1007/s11625-018-0627-5</a:t>
            </a:r>
            <a:endParaRPr lang="en-US" sz="1200" kern="1200" dirty="0">
              <a:solidFill>
                <a:schemeClr val="tx1"/>
              </a:solidFill>
              <a:effectLst/>
              <a:latin typeface="+mn-lt"/>
              <a:ea typeface="+mn-ea"/>
              <a:cs typeface="+mn-cs"/>
            </a:endParaRPr>
          </a:p>
          <a:p>
            <a:endParaRPr lang="en-US" dirty="0"/>
          </a:p>
          <a:p>
            <a:endParaRPr lang="en-US" dirty="0"/>
          </a:p>
          <a:p>
            <a:r>
              <a:rPr lang="en-US" dirty="0"/>
              <a:t>Best solutions are usually the ones that optimize all three </a:t>
            </a:r>
          </a:p>
        </p:txBody>
      </p:sp>
      <p:sp>
        <p:nvSpPr>
          <p:cNvPr id="4" name="Slide Number Placeholder 3"/>
          <p:cNvSpPr>
            <a:spLocks noGrp="1"/>
          </p:cNvSpPr>
          <p:nvPr>
            <p:ph type="sldNum" sz="quarter" idx="5"/>
          </p:nvPr>
        </p:nvSpPr>
        <p:spPr/>
        <p:txBody>
          <a:bodyPr/>
          <a:lstStyle/>
          <a:p>
            <a:fld id="{8CCEF7D1-689C-4BC1-B59B-4A4CE078ECDF}" type="slidenum">
              <a:rPr lang="en-US" smtClean="0"/>
              <a:t>7</a:t>
            </a:fld>
            <a:endParaRPr lang="en-US"/>
          </a:p>
        </p:txBody>
      </p:sp>
    </p:spTree>
    <p:extLst>
      <p:ext uri="{BB962C8B-B14F-4D97-AF65-F5344CB8AC3E}">
        <p14:creationId xmlns:p14="http://schemas.microsoft.com/office/powerpoint/2010/main" val="28922465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source: </a:t>
            </a:r>
            <a:r>
              <a:rPr lang="en-CA" sz="1200" i="1" kern="1200" dirty="0">
                <a:solidFill>
                  <a:schemeClr val="tx1"/>
                </a:solidFill>
                <a:effectLst/>
                <a:latin typeface="+mn-lt"/>
                <a:ea typeface="+mn-ea"/>
                <a:cs typeface="+mn-cs"/>
              </a:rPr>
              <a:t>Aswan High Dam | Description, History, Capacity, Problems, &amp; Facts | Britannica</a:t>
            </a:r>
            <a:r>
              <a:rPr lang="en-CA" sz="1200" kern="1200" dirty="0">
                <a:solidFill>
                  <a:schemeClr val="tx1"/>
                </a:solidFill>
                <a:effectLst/>
                <a:latin typeface="+mn-lt"/>
                <a:ea typeface="+mn-ea"/>
                <a:cs typeface="+mn-cs"/>
              </a:rPr>
              <a:t>. (n.d.). Retrieved July 4, 2026, from https://www.britannica.com/topic/Aswan-High-Dam</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8</a:t>
            </a:fld>
            <a:endParaRPr lang="en-US"/>
          </a:p>
        </p:txBody>
      </p:sp>
    </p:spTree>
    <p:extLst>
      <p:ext uri="{BB962C8B-B14F-4D97-AF65-F5344CB8AC3E}">
        <p14:creationId xmlns:p14="http://schemas.microsoft.com/office/powerpoint/2010/main" val="1793370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Video sources (in order of appearance on slides)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Al Jazeera English. (2012, June 10). </a:t>
            </a:r>
            <a:r>
              <a:rPr lang="en-CA" sz="1200" i="1" kern="1200" dirty="0">
                <a:solidFill>
                  <a:schemeClr val="tx1"/>
                </a:solidFill>
                <a:effectLst/>
                <a:latin typeface="+mn-lt"/>
                <a:ea typeface="+mn-ea"/>
                <a:cs typeface="+mn-cs"/>
              </a:rPr>
              <a:t>Egypt’s Nubians seek return to homeland</a:t>
            </a:r>
            <a:r>
              <a:rPr lang="en-CA" sz="1200" kern="1200" dirty="0">
                <a:solidFill>
                  <a:schemeClr val="tx1"/>
                </a:solidFill>
                <a:effectLst/>
                <a:latin typeface="+mn-lt"/>
                <a:ea typeface="+mn-ea"/>
                <a:cs typeface="+mn-cs"/>
              </a:rPr>
              <a:t> [Video recording]. https://www.youtube.com/watch?v=MNxJFac-lb8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British </a:t>
            </a:r>
            <a:r>
              <a:rPr lang="en-CA" sz="1200" kern="1200" dirty="0" err="1">
                <a:solidFill>
                  <a:schemeClr val="tx1"/>
                </a:solidFill>
                <a:effectLst/>
                <a:latin typeface="+mn-lt"/>
                <a:ea typeface="+mn-ea"/>
                <a:cs typeface="+mn-cs"/>
              </a:rPr>
              <a:t>Movietone</a:t>
            </a:r>
            <a:r>
              <a:rPr lang="en-CA" sz="1200" kern="1200" dirty="0">
                <a:solidFill>
                  <a:schemeClr val="tx1"/>
                </a:solidFill>
                <a:effectLst/>
                <a:latin typeface="+mn-lt"/>
                <a:ea typeface="+mn-ea"/>
                <a:cs typeface="+mn-cs"/>
              </a:rPr>
              <a:t>. (2015, July 21). </a:t>
            </a:r>
            <a:r>
              <a:rPr lang="en-CA" sz="1200" i="1" kern="1200" dirty="0">
                <a:solidFill>
                  <a:schemeClr val="tx1"/>
                </a:solidFill>
                <a:effectLst/>
                <a:latin typeface="+mn-lt"/>
                <a:ea typeface="+mn-ea"/>
                <a:cs typeface="+mn-cs"/>
              </a:rPr>
              <a:t>ASWAN DAM PROJECT</a:t>
            </a:r>
            <a:r>
              <a:rPr lang="en-CA" sz="1200" kern="1200" dirty="0">
                <a:solidFill>
                  <a:schemeClr val="tx1"/>
                </a:solidFill>
                <a:effectLst/>
                <a:latin typeface="+mn-lt"/>
                <a:ea typeface="+mn-ea"/>
                <a:cs typeface="+mn-cs"/>
              </a:rPr>
              <a:t> [Video recording]. https://www.youtube.com/watch?v=Hi8CIa5jlrI</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Explain ways that could help reduce the complexity of the social component: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e.g. which groups should we consider? Those on campus or all residents of KW? I</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focusing on campus, should we account for the impacts on both current and future students?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kern="1200" dirty="0">
                <a:solidFill>
                  <a:schemeClr val="tx1"/>
                </a:solidFill>
                <a:effectLst/>
                <a:latin typeface="+mn-lt"/>
                <a:ea typeface="+mn-ea"/>
                <a:cs typeface="+mn-cs"/>
              </a:rPr>
              <a:t>Which factors matter most to present and future campus demographics? Cost, convenience and accessibility, noise, aesthetic appeal, etc.</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9</a:t>
            </a:fld>
            <a:endParaRPr lang="en-US"/>
          </a:p>
        </p:txBody>
      </p:sp>
    </p:spTree>
    <p:extLst>
      <p:ext uri="{BB962C8B-B14F-4D97-AF65-F5344CB8AC3E}">
        <p14:creationId xmlns:p14="http://schemas.microsoft.com/office/powerpoint/2010/main" val="3176624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8FC9F-E5A0-B90B-058C-7CE83FA4F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C870A6-37F7-91B8-0243-7CBB70620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4C7CF7-A67E-97CA-9964-AD0594233FD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1D02EC-2B98-D07F-215D-1DFEDF5E39C7}"/>
              </a:ext>
            </a:extLst>
          </p:cNvPr>
          <p:cNvSpPr>
            <a:spLocks noGrp="1"/>
          </p:cNvSpPr>
          <p:nvPr>
            <p:ph type="sldNum" sz="quarter" idx="5"/>
          </p:nvPr>
        </p:nvSpPr>
        <p:spPr/>
        <p:txBody>
          <a:bodyPr/>
          <a:lstStyle/>
          <a:p>
            <a:fld id="{8CCEF7D1-689C-4BC1-B59B-4A4CE078ECDF}" type="slidenum">
              <a:rPr lang="en-US" smtClean="0"/>
              <a:t>13</a:t>
            </a:fld>
            <a:endParaRPr lang="en-US"/>
          </a:p>
        </p:txBody>
      </p:sp>
    </p:spTree>
    <p:extLst>
      <p:ext uri="{BB962C8B-B14F-4D97-AF65-F5344CB8AC3E}">
        <p14:creationId xmlns:p14="http://schemas.microsoft.com/office/powerpoint/2010/main" val="25722140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4" name="Picture 13" descr="University of Waterloo Faculty of Environment logo">
            <a:extLst>
              <a:ext uri="{FF2B5EF4-FFF2-40B4-BE49-F238E27FC236}">
                <a16:creationId xmlns:a16="http://schemas.microsoft.com/office/drawing/2014/main" id="{CAF5CDEC-ADA6-5B4E-9A4D-B59DFEA0E45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600297"/>
            <a:ext cx="4636804" cy="1255406"/>
          </a:xfrm>
          <a:prstGeom prst="rect">
            <a:avLst/>
          </a:prstGeom>
        </p:spPr>
      </p:pic>
      <p:sp>
        <p:nvSpPr>
          <p:cNvPr id="2" name="Title 1"/>
          <p:cNvSpPr>
            <a:spLocks noGrp="1"/>
          </p:cNvSpPr>
          <p:nvPr>
            <p:ph type="ctrTitle" hasCustomPrompt="1"/>
          </p:nvPr>
        </p:nvSpPr>
        <p:spPr>
          <a:xfrm>
            <a:off x="452740" y="1028940"/>
            <a:ext cx="9330087" cy="1474115"/>
          </a:xfrm>
        </p:spPr>
        <p:txBody>
          <a:bodyPr lIns="0" anchor="b">
            <a:noAutofit/>
          </a:bodyPr>
          <a:lstStyle>
            <a:lvl1pPr algn="l">
              <a:defRPr sz="5400" b="1" cap="all" baseline="0">
                <a:solidFill>
                  <a:schemeClr val="tx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7/4/2026</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a:p>
        </p:txBody>
      </p:sp>
      <p:grpSp>
        <p:nvGrpSpPr>
          <p:cNvPr id="5" name="Group 4">
            <a:extLst>
              <a:ext uri="{FF2B5EF4-FFF2-40B4-BE49-F238E27FC236}">
                <a16:creationId xmlns:a16="http://schemas.microsoft.com/office/drawing/2014/main" id="{885487A8-EAED-3378-31E5-CE5E9EE82B7C}"/>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6" name="Rectangle 5">
              <a:extLst>
                <a:ext uri="{FF2B5EF4-FFF2-40B4-BE49-F238E27FC236}">
                  <a16:creationId xmlns:a16="http://schemas.microsoft.com/office/drawing/2014/main" id="{3BBC375C-6435-8ADA-8F95-6489831E7733}"/>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D5100E2-B03D-BE95-9728-67D9007B6231}"/>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433F66F-C2BE-297E-7A81-0306C64DC32A}"/>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7E43F7-43DF-73BE-2769-899EE37F00CD}"/>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51D429E-1C26-7F4F-F70C-76DE1A3E1CD3}"/>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155922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6094124"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cap="all" baseline="0">
                <a:solidFill>
                  <a:schemeClr val="tx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7/4/2026</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lvl1pPr>
          </a:lstStyle>
          <a:p>
            <a:r>
              <a:rPr lang="en-US"/>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lvl1pPr>
          </a:lstStyle>
          <a:p>
            <a:fld id="{93005692-73BE-493E-93AB-ECD6027A7652}" type="slidenum">
              <a:rPr lang="en-US" smtClean="0"/>
              <a:pPr/>
              <a:t>‹#›</a:t>
            </a:fld>
            <a:endParaRPr lang="en-US"/>
          </a:p>
        </p:txBody>
      </p:sp>
      <p:grpSp>
        <p:nvGrpSpPr>
          <p:cNvPr id="4" name="Group 3">
            <a:extLst>
              <a:ext uri="{FF2B5EF4-FFF2-40B4-BE49-F238E27FC236}">
                <a16:creationId xmlns:a16="http://schemas.microsoft.com/office/drawing/2014/main" id="{4023B042-16A8-4E0A-B7FA-3A3D5091BAFD}"/>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5" name="Rectangle 4">
              <a:extLst>
                <a:ext uri="{FF2B5EF4-FFF2-40B4-BE49-F238E27FC236}">
                  <a16:creationId xmlns:a16="http://schemas.microsoft.com/office/drawing/2014/main" id="{4DA65663-46F7-BFDA-984A-F88E80554762}"/>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FA9B4D-579E-042C-DDC1-9FAD734ED8C4}"/>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4F09C04-4B2B-3AEC-39B6-61810AA35402}"/>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4BDC1C7-AEB9-827F-FBEB-FCC579D153E6}"/>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5BC7065-EF8F-4742-FE29-2D8F3D30E4EF}"/>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 name="Picture 13" descr="University of Waterloo Faculty of Environment logo">
            <a:extLst>
              <a:ext uri="{FF2B5EF4-FFF2-40B4-BE49-F238E27FC236}">
                <a16:creationId xmlns:a16="http://schemas.microsoft.com/office/drawing/2014/main" id="{EDD48E34-7C0E-727B-C0F5-BC4EA79D27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600297"/>
            <a:ext cx="4636804" cy="1255406"/>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2740" y="1028940"/>
            <a:ext cx="9643238" cy="1474115"/>
          </a:xfrm>
        </p:spPr>
        <p:txBody>
          <a:bodyPr lIns="0" anchor="b">
            <a:noAutofit/>
          </a:bodyPr>
          <a:lstStyle>
            <a:lvl1pPr algn="l">
              <a:defRPr sz="5400" b="1" cap="all" baseline="0">
                <a:solidFill>
                  <a:schemeClr val="bg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a:ln>
            <a:noFill/>
          </a:ln>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7/4/2026</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a:p>
        </p:txBody>
      </p:sp>
      <p:pic>
        <p:nvPicPr>
          <p:cNvPr id="14" name="Picture 13" descr="University of Waterloo Faculty of Environment logo">
            <a:extLst>
              <a:ext uri="{FF2B5EF4-FFF2-40B4-BE49-F238E27FC236}">
                <a16:creationId xmlns:a16="http://schemas.microsoft.com/office/drawing/2014/main" id="{4CE714AB-9A83-3E40-A9EB-56EE5D85CE4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600297"/>
            <a:ext cx="4636801" cy="1255405"/>
          </a:xfrm>
          <a:prstGeom prst="rect">
            <a:avLst/>
          </a:prstGeom>
        </p:spPr>
      </p:pic>
      <p:grpSp>
        <p:nvGrpSpPr>
          <p:cNvPr id="4" name="Group 3">
            <a:extLst>
              <a:ext uri="{FF2B5EF4-FFF2-40B4-BE49-F238E27FC236}">
                <a16:creationId xmlns:a16="http://schemas.microsoft.com/office/drawing/2014/main" id="{16D7181A-FAF2-1275-534C-DE7009FEF5C8}"/>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5" name="Rectangle 4">
              <a:extLst>
                <a:ext uri="{FF2B5EF4-FFF2-40B4-BE49-F238E27FC236}">
                  <a16:creationId xmlns:a16="http://schemas.microsoft.com/office/drawing/2014/main" id="{81DB6DB3-2685-8861-C213-F67E917428C0}"/>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CA19479-D29E-D13E-B822-99C832ED6925}"/>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6EA32DB-5FC4-6D51-7DBF-98D258089487}"/>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5E373D0-03BB-C6A9-E2FA-055E8D3E5FDE}"/>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66601E6-FB36-900B-99DD-B04189E7A02D}"/>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289522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6094124" y="397164"/>
            <a:ext cx="6097876" cy="6460836"/>
          </a:xfrm>
        </p:spPr>
        <p:txBody>
          <a:bodyPr/>
          <a:lstStyle/>
          <a:p>
            <a:r>
              <a:rPr lang="en-US"/>
              <a:t>Click icon to add picture</a:t>
            </a:r>
          </a:p>
        </p:txBody>
      </p:sp>
      <p:sp>
        <p:nvSpPr>
          <p:cNvPr id="2" name="Title 1"/>
          <p:cNvSpPr>
            <a:spLocks noGrp="1"/>
          </p:cNvSpPr>
          <p:nvPr>
            <p:ph type="ctrTitle" hasCustomPrompt="1"/>
          </p:nvPr>
        </p:nvSpPr>
        <p:spPr>
          <a:xfrm>
            <a:off x="452740" y="1028940"/>
            <a:ext cx="5486243" cy="1474115"/>
          </a:xfrm>
        </p:spPr>
        <p:txBody>
          <a:bodyPr lIns="0" anchor="b">
            <a:noAutofit/>
          </a:bodyPr>
          <a:lstStyle>
            <a:lvl1pPr algn="l">
              <a:defRPr sz="5400" b="1" cap="all" baseline="0">
                <a:solidFill>
                  <a:schemeClr val="bg1"/>
                </a:solidFill>
                <a:latin typeface="+mj-lt"/>
              </a:defRPr>
            </a:lvl1pPr>
          </a:lstStyle>
          <a:p>
            <a:r>
              <a:rPr lang="en-US"/>
              <a:t>CLICK TO EDIT MASTER TITLE SLIDE</a:t>
            </a:r>
          </a:p>
        </p:txBody>
      </p:sp>
      <p:sp>
        <p:nvSpPr>
          <p:cNvPr id="3" name="Subtitle 2"/>
          <p:cNvSpPr>
            <a:spLocks noGrp="1"/>
          </p:cNvSpPr>
          <p:nvPr>
            <p:ph type="subTitle" idx="1"/>
          </p:nvPr>
        </p:nvSpPr>
        <p:spPr>
          <a:xfrm>
            <a:off x="452740" y="4266821"/>
            <a:ext cx="5486243" cy="666549"/>
          </a:xfrm>
        </p:spPr>
        <p:txBody>
          <a:bodyPr lIns="0" anchor="t">
            <a:normAutofit/>
          </a:bodyPr>
          <a:lstStyle>
            <a:lvl1pPr marL="0" indent="0" algn="l">
              <a:buNone/>
              <a:defRPr sz="1500" b="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p:cNvSpPr>
            <a:spLocks noGrp="1"/>
          </p:cNvSpPr>
          <p:nvPr>
            <p:ph type="dt" sz="half" idx="10"/>
          </p:nvPr>
        </p:nvSpPr>
        <p:spPr>
          <a:xfrm>
            <a:off x="452740" y="2642329"/>
            <a:ext cx="1182916" cy="377962"/>
          </a:xfrm>
          <a:solidFill>
            <a:schemeClr val="accent1"/>
          </a:solidFill>
          <a:ln>
            <a:noFill/>
          </a:ln>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7/4/2026</a:t>
            </a:fld>
            <a:endParaRPr lang="en-US"/>
          </a:p>
        </p:txBody>
      </p:sp>
      <p:sp>
        <p:nvSpPr>
          <p:cNvPr id="8" name="Footer Placeholder 7"/>
          <p:cNvSpPr>
            <a:spLocks noGrp="1"/>
          </p:cNvSpPr>
          <p:nvPr>
            <p:ph type="ftr" sz="quarter" idx="11"/>
          </p:nvPr>
        </p:nvSpPr>
        <p:spPr>
          <a:xfrm>
            <a:off x="6623674" y="6377231"/>
            <a:ext cx="4293708" cy="250337"/>
          </a:xfrm>
        </p:spPr>
        <p:txBody>
          <a:bodyPr/>
          <a:lstStyle>
            <a:lvl1pPr algn="ctr">
              <a:defRPr>
                <a:solidFill>
                  <a:schemeClr val="bg1">
                    <a:lumMod val="85000"/>
                  </a:schemeClr>
                </a:solidFill>
              </a:defRPr>
            </a:lvl1pPr>
          </a:lstStyle>
          <a:p>
            <a:r>
              <a:rPr lang="en-US"/>
              <a:t>PRESENTATION TITLE</a:t>
            </a:r>
          </a:p>
        </p:txBody>
      </p:sp>
      <p:sp>
        <p:nvSpPr>
          <p:cNvPr id="9" name="Slide Number Placeholder 8"/>
          <p:cNvSpPr>
            <a:spLocks noGrp="1"/>
          </p:cNvSpPr>
          <p:nvPr>
            <p:ph type="sldNum" sz="quarter" idx="12"/>
          </p:nvPr>
        </p:nvSpPr>
        <p:spPr>
          <a:xfrm>
            <a:off x="11148416" y="6377231"/>
            <a:ext cx="553900" cy="250337"/>
          </a:xfrm>
        </p:spPr>
        <p:txBody>
          <a:bodyPr/>
          <a:lstStyle>
            <a:lvl1pPr algn="ctr">
              <a:defRPr>
                <a:solidFill>
                  <a:schemeClr val="bg1">
                    <a:lumMod val="85000"/>
                  </a:schemeClr>
                </a:solidFill>
              </a:defRPr>
            </a:lvl1pPr>
          </a:lstStyle>
          <a:p>
            <a:fld id="{93005692-73BE-493E-93AB-ECD6027A7652}" type="slidenum">
              <a:rPr lang="en-US" smtClean="0"/>
              <a:pPr/>
              <a:t>‹#›</a:t>
            </a:fld>
            <a:endParaRPr lang="en-US"/>
          </a:p>
        </p:txBody>
      </p:sp>
      <p:grpSp>
        <p:nvGrpSpPr>
          <p:cNvPr id="4" name="Group 3">
            <a:extLst>
              <a:ext uri="{FF2B5EF4-FFF2-40B4-BE49-F238E27FC236}">
                <a16:creationId xmlns:a16="http://schemas.microsoft.com/office/drawing/2014/main" id="{4ABB4832-4F0E-1FDE-52DC-E7526F38CF2A}"/>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5" name="Rectangle 4">
              <a:extLst>
                <a:ext uri="{FF2B5EF4-FFF2-40B4-BE49-F238E27FC236}">
                  <a16:creationId xmlns:a16="http://schemas.microsoft.com/office/drawing/2014/main" id="{BA8926A3-FC9F-F1A0-6398-FE6E86CB274B}"/>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E5E8EAC-2413-910B-2F96-45A46544BF12}"/>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629D7B-9204-5194-CE19-6897CC7D0BEA}"/>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71FA85B-6A61-71D2-966A-CE4AFDE28DF3}"/>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B28AD3E-2F94-B236-BCC8-08D3E2F0E8C1}"/>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descr="University of Waterloo Faculty of Environment logo">
            <a:extLst>
              <a:ext uri="{FF2B5EF4-FFF2-40B4-BE49-F238E27FC236}">
                <a16:creationId xmlns:a16="http://schemas.microsoft.com/office/drawing/2014/main" id="{5CAF8484-63C3-8F58-94E9-EB3A4868DB2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600297"/>
            <a:ext cx="4636801" cy="1255405"/>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baseline="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D4B0C9-B47E-4B33-A656-C78D1805DA95}" type="datetime1">
              <a:rPr lang="en-US" smtClean="0"/>
              <a:t>7/4/2026</a:t>
            </a:fld>
            <a:endParaRPr lang="en-US"/>
          </a:p>
        </p:txBody>
      </p:sp>
      <p:sp>
        <p:nvSpPr>
          <p:cNvPr id="8" name="Footer Placeholder 7"/>
          <p:cNvSpPr>
            <a:spLocks noGrp="1"/>
          </p:cNvSpPr>
          <p:nvPr>
            <p:ph type="ftr" sz="quarter" idx="11"/>
          </p:nvPr>
        </p:nvSpPr>
        <p:spPr/>
        <p:txBody>
          <a:bodyPr/>
          <a:lstStyle/>
          <a:p>
            <a:r>
              <a:rPr lang="en-US"/>
              <a:t>PRESENTATION TITLE</a:t>
            </a:r>
          </a:p>
        </p:txBody>
      </p:sp>
      <p:sp>
        <p:nvSpPr>
          <p:cNvPr id="9" name="Slide Number Placeholder 8"/>
          <p:cNvSpPr>
            <a:spLocks noGrp="1"/>
          </p:cNvSpPr>
          <p:nvPr>
            <p:ph type="sldNum" sz="quarter" idx="12"/>
          </p:nvPr>
        </p:nvSpPr>
        <p:spPr/>
        <p:txBody>
          <a:bodyPr/>
          <a:lstStyle/>
          <a:p>
            <a:r>
              <a:rPr lang="en-US"/>
              <a:t>PG. </a:t>
            </a:r>
            <a:fld id="{93005692-73BE-493E-93AB-ECD6027A7652}" type="slidenum">
              <a:rPr lang="en-US" smtClean="0"/>
              <a:pPr/>
              <a:t>‹#›</a:t>
            </a:fld>
            <a:endParaRPr lang="en-US"/>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7407696"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1</a:t>
            </a:r>
          </a:p>
        </p:txBody>
      </p:sp>
      <p:sp>
        <p:nvSpPr>
          <p:cNvPr id="9" name="Text Placeholder 7"/>
          <p:cNvSpPr>
            <a:spLocks noGrp="1"/>
          </p:cNvSpPr>
          <p:nvPr>
            <p:ph type="body" sz="quarter" idx="14" hasCustomPrompt="1"/>
          </p:nvPr>
        </p:nvSpPr>
        <p:spPr>
          <a:xfrm>
            <a:off x="8908224" y="685060"/>
            <a:ext cx="1420859" cy="286052"/>
          </a:xfrm>
        </p:spPr>
        <p:txBody>
          <a:bodyPr anchor="ctr">
            <a:noAutofit/>
          </a:bodyPr>
          <a:lstStyle>
            <a:lvl1pPr marL="0" indent="0" algn="ctr">
              <a:buNone/>
              <a:defRPr sz="11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2</a:t>
            </a:r>
          </a:p>
        </p:txBody>
      </p:sp>
      <p:sp>
        <p:nvSpPr>
          <p:cNvPr id="10" name="Text Placeholder 7"/>
          <p:cNvSpPr>
            <a:spLocks noGrp="1"/>
          </p:cNvSpPr>
          <p:nvPr>
            <p:ph type="body" sz="quarter" idx="15" hasCustomPrompt="1"/>
          </p:nvPr>
        </p:nvSpPr>
        <p:spPr>
          <a:xfrm>
            <a:off x="10408752" y="685060"/>
            <a:ext cx="1420859" cy="286052"/>
          </a:xfrm>
        </p:spPr>
        <p:txBody>
          <a:bodyPr anchor="ctr">
            <a:noAutofit/>
          </a:bodyPr>
          <a:lstStyle>
            <a:lvl1pPr marL="0" indent="0" algn="ctr">
              <a:buNone/>
              <a:defRPr sz="11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MENU ITEM 3</a:t>
            </a:r>
          </a:p>
        </p:txBody>
      </p:sp>
      <p:sp>
        <p:nvSpPr>
          <p:cNvPr id="7" name="Date Placeholder 6"/>
          <p:cNvSpPr>
            <a:spLocks noGrp="1"/>
          </p:cNvSpPr>
          <p:nvPr>
            <p:ph type="dt" sz="half" idx="16"/>
          </p:nvPr>
        </p:nvSpPr>
        <p:spPr/>
        <p:txBody>
          <a:bodyPr/>
          <a:lstStyle/>
          <a:p>
            <a:fld id="{48C228CE-C572-4AF5-9728-AA6E475873DD}" type="datetime1">
              <a:rPr lang="en-US" smtClean="0"/>
              <a:t>7/4/2026</a:t>
            </a:fld>
            <a:endParaRPr lang="en-US"/>
          </a:p>
        </p:txBody>
      </p:sp>
      <p:sp>
        <p:nvSpPr>
          <p:cNvPr id="11" name="Footer Placeholder 10"/>
          <p:cNvSpPr>
            <a:spLocks noGrp="1"/>
          </p:cNvSpPr>
          <p:nvPr>
            <p:ph type="ftr" sz="quarter" idx="17"/>
          </p:nvPr>
        </p:nvSpPr>
        <p:spPr/>
        <p:txBody>
          <a:bodyPr/>
          <a:lstStyle/>
          <a:p>
            <a:r>
              <a:rPr lang="en-US"/>
              <a:t>PRESENTATION TITLE</a:t>
            </a:r>
          </a:p>
        </p:txBody>
      </p:sp>
      <p:sp>
        <p:nvSpPr>
          <p:cNvPr id="12" name="Slide Number Placeholder 11"/>
          <p:cNvSpPr>
            <a:spLocks noGrp="1"/>
          </p:cNvSpPr>
          <p:nvPr>
            <p:ph type="sldNum" sz="quarter" idx="18"/>
          </p:nvPr>
        </p:nvSpPr>
        <p:spPr/>
        <p:txBody>
          <a:bodyPr/>
          <a:lstStyle/>
          <a:p>
            <a:r>
              <a:rPr lang="en-US"/>
              <a:t>PG. </a:t>
            </a:r>
            <a:fld id="{93005692-73BE-493E-93AB-ECD6027A7652}" type="slidenum">
              <a:rPr lang="en-US" smtClean="0"/>
              <a:pPr/>
              <a:t>‹#›</a:t>
            </a:fld>
            <a:endParaRPr lang="en-US"/>
          </a:p>
        </p:txBody>
      </p:sp>
      <p:sp>
        <p:nvSpPr>
          <p:cNvPr id="4" name="Title 3"/>
          <p:cNvSpPr>
            <a:spLocks noGrp="1"/>
          </p:cNvSpPr>
          <p:nvPr>
            <p:ph type="title"/>
          </p:nvPr>
        </p:nvSpPr>
        <p:spPr>
          <a:xfrm>
            <a:off x="259883" y="434108"/>
            <a:ext cx="7046081" cy="895927"/>
          </a:xfrm>
        </p:spPr>
        <p:txBody>
          <a:bodyPr/>
          <a:lstStyle>
            <a:lvl1pPr>
              <a:defRPr b="1" cap="all" baseline="0"/>
            </a:lvl1pPr>
          </a:lstStyle>
          <a:p>
            <a:r>
              <a:rPr lang="en-US"/>
              <a:t>Click to edit Master title style</a:t>
            </a:r>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2" y="1709738"/>
            <a:ext cx="9399507" cy="2852737"/>
          </a:xfrm>
        </p:spPr>
        <p:txBody>
          <a:bodyPr anchor="b">
            <a:normAutofit/>
          </a:bodyPr>
          <a:lstStyle>
            <a:lvl1pPr algn="l">
              <a:defRPr sz="4000" b="1" cap="all" baseline="0">
                <a:solidFill>
                  <a:schemeClr val="tx1"/>
                </a:solidFill>
              </a:defRPr>
            </a:lvl1pPr>
          </a:lstStyle>
          <a:p>
            <a:r>
              <a:rPr lang="en-US"/>
              <a:t>CLICK TO EDIT MASTER</a:t>
            </a:r>
            <a:br>
              <a:rPr lang="en-US"/>
            </a:br>
            <a:r>
              <a:rPr lang="en-US"/>
              <a:t>SECTION TITLE SLIDE</a:t>
            </a:r>
          </a:p>
        </p:txBody>
      </p:sp>
      <p:sp>
        <p:nvSpPr>
          <p:cNvPr id="3" name="Text Placeholder 2"/>
          <p:cNvSpPr>
            <a:spLocks noGrp="1"/>
          </p:cNvSpPr>
          <p:nvPr>
            <p:ph type="body" idx="1"/>
          </p:nvPr>
        </p:nvSpPr>
        <p:spPr>
          <a:xfrm>
            <a:off x="259882" y="4589463"/>
            <a:ext cx="9399507" cy="1500187"/>
          </a:xfrm>
        </p:spPr>
        <p:txBody>
          <a:bodyPr>
            <a:normAutofit/>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026D43AC-4B94-471D-A170-0D88FCD1FB54}" type="datetime1">
              <a:rPr lang="en-US" smtClean="0"/>
              <a:t>7/4/2026</a:t>
            </a:fld>
            <a:endParaRPr lang="en-US"/>
          </a:p>
        </p:txBody>
      </p:sp>
      <p:sp>
        <p:nvSpPr>
          <p:cNvPr id="8" name="Footer Placeholder 7"/>
          <p:cNvSpPr>
            <a:spLocks noGrp="1"/>
          </p:cNvSpPr>
          <p:nvPr>
            <p:ph type="ftr" sz="quarter" idx="11"/>
          </p:nvPr>
        </p:nvSpPr>
        <p:spPr/>
        <p:txBody>
          <a:bodyPr/>
          <a:lstStyle/>
          <a:p>
            <a:r>
              <a:rPr lang="en-US"/>
              <a:t>PRESENTATION TITLE</a:t>
            </a:r>
          </a:p>
        </p:txBody>
      </p:sp>
      <p:sp>
        <p:nvSpPr>
          <p:cNvPr id="9" name="Slide Number Placeholder 8"/>
          <p:cNvSpPr>
            <a:spLocks noGrp="1"/>
          </p:cNvSpPr>
          <p:nvPr>
            <p:ph type="sldNum" sz="quarter" idx="12"/>
          </p:nvPr>
        </p:nvSpPr>
        <p:spPr/>
        <p:txBody>
          <a:bodyPr/>
          <a:lstStyle/>
          <a:p>
            <a:r>
              <a:rPr lang="en-US"/>
              <a:t>PG. </a:t>
            </a:r>
            <a:fld id="{93005692-73BE-493E-93AB-ECD6027A7652}" type="slidenum">
              <a:rPr lang="en-US" smtClean="0"/>
              <a:pPr/>
              <a:t>‹#›</a:t>
            </a:fld>
            <a:endParaRPr lang="en-US"/>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60521" y="3228200"/>
            <a:ext cx="8770620" cy="1212056"/>
          </a:xfrm>
        </p:spPr>
        <p:txBody>
          <a:bodyPr anchor="b">
            <a:noAutofit/>
          </a:bodyPr>
          <a:lstStyle>
            <a:lvl1pPr algn="l">
              <a:defRPr sz="4000" b="1" cap="all" baseline="0">
                <a:solidFill>
                  <a:schemeClr val="tx1"/>
                </a:solidFill>
                <a:latin typeface="+mj-lt"/>
              </a:defRPr>
            </a:lvl1pPr>
          </a:lstStyle>
          <a:p>
            <a:r>
              <a:rPr lang="en-US"/>
              <a:t>CLICK TO EDIT MASTER</a:t>
            </a:r>
            <a:br>
              <a:rPr lang="en-US"/>
            </a:br>
            <a:r>
              <a:rPr lang="en-US"/>
              <a:t>SECTION TITLE SLIDE OPTION 2</a:t>
            </a:r>
          </a:p>
        </p:txBody>
      </p:sp>
      <p:sp>
        <p:nvSpPr>
          <p:cNvPr id="3" name="Subtitle 2"/>
          <p:cNvSpPr>
            <a:spLocks noGrp="1"/>
          </p:cNvSpPr>
          <p:nvPr>
            <p:ph type="subTitle" idx="1"/>
          </p:nvPr>
        </p:nvSpPr>
        <p:spPr bwMode="gray">
          <a:xfrm>
            <a:off x="960521" y="4448086"/>
            <a:ext cx="8770620" cy="666549"/>
          </a:xfrm>
        </p:spPr>
        <p:txBody>
          <a:bodyPr anchor="t">
            <a:normAutofit/>
          </a:bodyPr>
          <a:lstStyle>
            <a:lvl1pPr marL="0" indent="0" algn="l">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10728696" y="6335309"/>
            <a:ext cx="1181114" cy="250337"/>
          </a:xfrm>
        </p:spPr>
        <p:txBody>
          <a:bodyPr/>
          <a:lstStyle/>
          <a:p>
            <a:fld id="{72EFF9E2-52BD-4C8D-9C57-79F661DB94A1}" type="datetime1">
              <a:rPr lang="en-US" smtClean="0"/>
              <a:t>7/4/2026</a:t>
            </a:fld>
            <a:endParaRPr lang="en-US"/>
          </a:p>
        </p:txBody>
      </p:sp>
      <p:sp>
        <p:nvSpPr>
          <p:cNvPr id="5" name="Footer Placeholder 4"/>
          <p:cNvSpPr>
            <a:spLocks noGrp="1"/>
          </p:cNvSpPr>
          <p:nvPr>
            <p:ph type="ftr" sz="quarter" idx="11"/>
          </p:nvPr>
        </p:nvSpPr>
        <p:spPr>
          <a:xfrm>
            <a:off x="282190" y="6335309"/>
            <a:ext cx="4525878" cy="250337"/>
          </a:xfrm>
        </p:spPr>
        <p:txBody>
          <a:bodyPr/>
          <a:lstStyle/>
          <a:p>
            <a:r>
              <a:rPr lang="en-US"/>
              <a:t>PRESENTATION TITLE</a:t>
            </a:r>
          </a:p>
        </p:txBody>
      </p:sp>
      <p:sp>
        <p:nvSpPr>
          <p:cNvPr id="6" name="Slide Number Placeholder 5"/>
          <p:cNvSpPr>
            <a:spLocks noGrp="1"/>
          </p:cNvSpPr>
          <p:nvPr>
            <p:ph type="sldNum" sz="quarter" idx="12"/>
          </p:nvPr>
        </p:nvSpPr>
        <p:spPr/>
        <p:txBody>
          <a:bodyPr/>
          <a:lstStyle/>
          <a:p>
            <a:r>
              <a:rPr lang="en-US"/>
              <a:t>PG. </a:t>
            </a:r>
            <a:fld id="{93005692-73BE-493E-93AB-ECD6027A7652}" type="slidenum">
              <a:rPr lang="en-US" smtClean="0"/>
              <a:pPr/>
              <a:t>‹#›</a:t>
            </a:fld>
            <a:endParaRPr lang="en-US"/>
          </a:p>
        </p:txBody>
      </p:sp>
      <p:grpSp>
        <p:nvGrpSpPr>
          <p:cNvPr id="7" name="Group 6">
            <a:extLst>
              <a:ext uri="{FF2B5EF4-FFF2-40B4-BE49-F238E27FC236}">
                <a16:creationId xmlns:a16="http://schemas.microsoft.com/office/drawing/2014/main" id="{89CAC02E-A032-17DD-EAE9-1CB92B943A3C}"/>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8" name="Rectangle 7">
              <a:extLst>
                <a:ext uri="{FF2B5EF4-FFF2-40B4-BE49-F238E27FC236}">
                  <a16:creationId xmlns:a16="http://schemas.microsoft.com/office/drawing/2014/main" id="{DCA2B844-0C0E-2E30-A6C3-E8805BCF72FE}"/>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1901AA-2667-C9F8-5652-306141BB31CF}"/>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D01737D-3A28-01B9-AD56-EC84B93D5A7F}"/>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91DEB8-029B-5F61-CB0C-6E0D498E413F}"/>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00EE0EB-C20F-072A-DD4D-AD79C1D051D9}"/>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427483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883" y="434108"/>
            <a:ext cx="11569729" cy="895927"/>
          </a:xfrm>
        </p:spPr>
        <p:txBody>
          <a:bodyPr/>
          <a:lstStyle>
            <a:lvl1pPr>
              <a:defRPr b="1"/>
            </a:lvl1pPr>
          </a:lstStyle>
          <a:p>
            <a:r>
              <a:rPr lang="en-US"/>
              <a:t>CLICK TO EDIT MASTER TITLE STYLE</a:t>
            </a:r>
          </a:p>
        </p:txBody>
      </p:sp>
      <p:sp>
        <p:nvSpPr>
          <p:cNvPr id="3" name="Content Placeholder 2"/>
          <p:cNvSpPr>
            <a:spLocks noGrp="1"/>
          </p:cNvSpPr>
          <p:nvPr>
            <p:ph sz="half" idx="1"/>
          </p:nvPr>
        </p:nvSpPr>
        <p:spPr>
          <a:xfrm>
            <a:off x="259882" y="1413164"/>
            <a:ext cx="5586855"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0992" y="1413164"/>
            <a:ext cx="5658620" cy="4590472"/>
          </a:xfrm>
        </p:spPr>
        <p:txBody>
          <a:bodyPr/>
          <a:lstStyle>
            <a:lvl1pPr marL="288925" indent="-288925">
              <a:spcBef>
                <a:spcPts val="800"/>
              </a:spcBef>
              <a:spcAft>
                <a:spcPts val="800"/>
              </a:spcAft>
              <a:buFont typeface="Wingdings" charset="2"/>
              <a:buChar char="§"/>
              <a:defRPr/>
            </a:lvl1pPr>
            <a:lvl2pPr marL="685800" indent="-228600">
              <a:spcBef>
                <a:spcPts val="800"/>
              </a:spcBef>
              <a:spcAft>
                <a:spcPts val="800"/>
              </a:spcAft>
              <a:buFont typeface="Wingdings" charset="2"/>
              <a:buChar char="§"/>
              <a:defRPr/>
            </a:lvl2pPr>
            <a:lvl3pPr marL="1143000" indent="-228600">
              <a:spcBef>
                <a:spcPts val="800"/>
              </a:spcBef>
              <a:spcAft>
                <a:spcPts val="800"/>
              </a:spcAft>
              <a:buFont typeface="Wingdings" charset="2"/>
              <a:buChar char="§"/>
              <a:defRPr/>
            </a:lvl3pPr>
            <a:lvl4pPr marL="1600200" indent="-228600">
              <a:spcBef>
                <a:spcPts val="800"/>
              </a:spcBef>
              <a:spcAft>
                <a:spcPts val="800"/>
              </a:spcAft>
              <a:buFont typeface="Wingdings" charset="2"/>
              <a:buChar char="§"/>
              <a:defRPr/>
            </a:lvl4pPr>
            <a:lvl5pPr marL="2057400" indent="-228600">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081881F3-AB4F-4026-8B03-DBF7475676B1}" type="datetime1">
              <a:rPr lang="en-US" smtClean="0"/>
              <a:t>7/4/2026</a:t>
            </a:fld>
            <a:endParaRPr lang="en-US"/>
          </a:p>
        </p:txBody>
      </p:sp>
      <p:sp>
        <p:nvSpPr>
          <p:cNvPr id="9" name="Footer Placeholder 8"/>
          <p:cNvSpPr>
            <a:spLocks noGrp="1"/>
          </p:cNvSpPr>
          <p:nvPr>
            <p:ph type="ftr" sz="quarter" idx="11"/>
          </p:nvPr>
        </p:nvSpPr>
        <p:spPr/>
        <p:txBody>
          <a:bodyPr/>
          <a:lstStyle/>
          <a:p>
            <a:r>
              <a:rPr lang="en-US"/>
              <a:t>PRESENTATION TITLE</a:t>
            </a:r>
          </a:p>
        </p:txBody>
      </p:sp>
      <p:sp>
        <p:nvSpPr>
          <p:cNvPr id="10" name="Slide Number Placeholder 9"/>
          <p:cNvSpPr>
            <a:spLocks noGrp="1"/>
          </p:cNvSpPr>
          <p:nvPr>
            <p:ph type="sldNum" sz="quarter" idx="12"/>
          </p:nvPr>
        </p:nvSpPr>
        <p:spPr/>
        <p:txBody>
          <a:bodyPr/>
          <a:lstStyle/>
          <a:p>
            <a:r>
              <a:rPr lang="en-US"/>
              <a:t>PG. </a:t>
            </a:r>
            <a:fld id="{93005692-73BE-493E-93AB-ECD6027A7652}" type="slidenum">
              <a:rPr lang="en-US" smtClean="0"/>
              <a:pPr/>
              <a:t>‹#›</a:t>
            </a:fld>
            <a:endParaRPr lang="en-US"/>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59881" y="1396192"/>
            <a:ext cx="5542713" cy="670270"/>
          </a:xfrm>
        </p:spPr>
        <p:txBody>
          <a:bodyPr anchor="b">
            <a:noAutofit/>
          </a:bodyPr>
          <a:lstStyle>
            <a:lvl1pPr marL="0" indent="0">
              <a:buNone/>
              <a:defRPr sz="2800" b="1"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9881" y="2184400"/>
            <a:ext cx="5542713"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36154" y="1396192"/>
            <a:ext cx="5593458" cy="670270"/>
          </a:xfrm>
        </p:spPr>
        <p:txBody>
          <a:bodyPr anchor="b">
            <a:normAutofit/>
          </a:bodyPr>
          <a:lstStyle>
            <a:lvl1pPr marL="0" indent="0">
              <a:buNone/>
              <a:defRPr sz="28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36154" y="2184400"/>
            <a:ext cx="5593458" cy="3846945"/>
          </a:xfrm>
        </p:spPr>
        <p:txBody>
          <a:bodyPr>
            <a:normAutofit/>
          </a:bodyPr>
          <a:lstStyle>
            <a:lvl1pPr marL="288925" indent="-288925">
              <a:spcBef>
                <a:spcPts val="800"/>
              </a:spcBef>
              <a:spcAft>
                <a:spcPts val="800"/>
              </a:spcAft>
              <a:buFont typeface="Wingdings" charset="2"/>
              <a:buChar char="§"/>
              <a:defRPr sz="2000"/>
            </a:lvl1pPr>
            <a:lvl2pPr marL="685800" indent="-228600">
              <a:spcBef>
                <a:spcPts val="800"/>
              </a:spcBef>
              <a:spcAft>
                <a:spcPts val="800"/>
              </a:spcAft>
              <a:buFont typeface="Wingdings" charset="2"/>
              <a:buChar char="§"/>
              <a:defRPr sz="1800"/>
            </a:lvl2pPr>
            <a:lvl3pPr marL="1143000" indent="-228600">
              <a:spcBef>
                <a:spcPts val="800"/>
              </a:spcBef>
              <a:spcAft>
                <a:spcPts val="800"/>
              </a:spcAft>
              <a:buFont typeface="Wingdings" charset="2"/>
              <a:buChar char="§"/>
              <a:defRPr sz="1600"/>
            </a:lvl3pPr>
            <a:lvl4pPr marL="1600200" indent="-228600">
              <a:spcBef>
                <a:spcPts val="800"/>
              </a:spcBef>
              <a:spcAft>
                <a:spcPts val="800"/>
              </a:spcAft>
              <a:buFont typeface="Wingdings" charset="2"/>
              <a:buChar char="§"/>
              <a:defRPr sz="1400"/>
            </a:lvl4pPr>
            <a:lvl5pPr marL="2057400" indent="-228600">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p:cNvSpPr>
            <a:spLocks noGrp="1"/>
          </p:cNvSpPr>
          <p:nvPr>
            <p:ph type="title" hasCustomPrompt="1"/>
          </p:nvPr>
        </p:nvSpPr>
        <p:spPr>
          <a:xfrm>
            <a:off x="259883" y="434108"/>
            <a:ext cx="11569729" cy="895927"/>
          </a:xfrm>
        </p:spPr>
        <p:txBody>
          <a:bodyPr/>
          <a:lstStyle>
            <a:lvl1pPr>
              <a:defRPr b="1"/>
            </a:lvl1pPr>
          </a:lstStyle>
          <a:p>
            <a:r>
              <a:rPr lang="en-US"/>
              <a:t>CLICK TO EDIT MASTER TITLE STYLE</a:t>
            </a:r>
          </a:p>
        </p:txBody>
      </p:sp>
      <p:sp>
        <p:nvSpPr>
          <p:cNvPr id="2" name="Date Placeholder 1"/>
          <p:cNvSpPr>
            <a:spLocks noGrp="1"/>
          </p:cNvSpPr>
          <p:nvPr>
            <p:ph type="dt" sz="half" idx="10"/>
          </p:nvPr>
        </p:nvSpPr>
        <p:spPr/>
        <p:txBody>
          <a:bodyPr/>
          <a:lstStyle/>
          <a:p>
            <a:fld id="{C17F432B-3FBE-4889-963D-BF97BFBB7D3F}" type="datetime1">
              <a:rPr lang="en-US" smtClean="0"/>
              <a:t>7/4/2026</a:t>
            </a:fld>
            <a:endParaRPr lang="en-US"/>
          </a:p>
        </p:txBody>
      </p:sp>
      <p:sp>
        <p:nvSpPr>
          <p:cNvPr id="11" name="Footer Placeholder 10"/>
          <p:cNvSpPr>
            <a:spLocks noGrp="1"/>
          </p:cNvSpPr>
          <p:nvPr>
            <p:ph type="ftr" sz="quarter" idx="11"/>
          </p:nvPr>
        </p:nvSpPr>
        <p:spPr/>
        <p:txBody>
          <a:bodyPr/>
          <a:lstStyle/>
          <a:p>
            <a:r>
              <a:rPr lang="en-US"/>
              <a:t>PRESENTATION TITLE</a:t>
            </a:r>
          </a:p>
        </p:txBody>
      </p:sp>
      <p:sp>
        <p:nvSpPr>
          <p:cNvPr id="12" name="Slide Number Placeholder 11"/>
          <p:cNvSpPr>
            <a:spLocks noGrp="1"/>
          </p:cNvSpPr>
          <p:nvPr>
            <p:ph type="sldNum" sz="quarter" idx="12"/>
          </p:nvPr>
        </p:nvSpPr>
        <p:spPr/>
        <p:txBody>
          <a:bodyPr/>
          <a:lstStyle/>
          <a:p>
            <a:r>
              <a:rPr lang="en-US"/>
              <a:t>PG. </a:t>
            </a:r>
            <a:fld id="{93005692-73BE-493E-93AB-ECD6027A7652}" type="slidenum">
              <a:rPr lang="en-US" smtClean="0"/>
              <a:pPr/>
              <a:t>‹#›</a:t>
            </a:fld>
            <a:endParaRPr lang="en-US"/>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i="0"/>
            </a:lvl1pPr>
          </a:lstStyle>
          <a:p>
            <a:r>
              <a:rPr lang="en-US"/>
              <a:t>CLICK TO EDIT MASTER TITLE STYLE</a:t>
            </a:r>
          </a:p>
        </p:txBody>
      </p:sp>
      <p:sp>
        <p:nvSpPr>
          <p:cNvPr id="6" name="Date Placeholder 5"/>
          <p:cNvSpPr>
            <a:spLocks noGrp="1"/>
          </p:cNvSpPr>
          <p:nvPr>
            <p:ph type="dt" sz="half" idx="10"/>
          </p:nvPr>
        </p:nvSpPr>
        <p:spPr/>
        <p:txBody>
          <a:bodyPr/>
          <a:lstStyle/>
          <a:p>
            <a:fld id="{310CCC04-1E76-41EE-A8AC-75AD85313D09}" type="datetime1">
              <a:rPr lang="en-US" smtClean="0"/>
              <a:t>7/4/2026</a:t>
            </a:fld>
            <a:endParaRPr lang="en-US"/>
          </a:p>
        </p:txBody>
      </p:sp>
      <p:sp>
        <p:nvSpPr>
          <p:cNvPr id="7" name="Footer Placeholder 6"/>
          <p:cNvSpPr>
            <a:spLocks noGrp="1"/>
          </p:cNvSpPr>
          <p:nvPr>
            <p:ph type="ftr" sz="quarter" idx="11"/>
          </p:nvPr>
        </p:nvSpPr>
        <p:spPr/>
        <p:txBody>
          <a:bodyPr/>
          <a:lstStyle/>
          <a:p>
            <a:r>
              <a:rPr lang="en-US"/>
              <a:t>PRESENTATION TITLE</a:t>
            </a:r>
          </a:p>
        </p:txBody>
      </p:sp>
      <p:sp>
        <p:nvSpPr>
          <p:cNvPr id="8" name="Slide Number Placeholder 7"/>
          <p:cNvSpPr>
            <a:spLocks noGrp="1"/>
          </p:cNvSpPr>
          <p:nvPr>
            <p:ph type="sldNum" sz="quarter" idx="12"/>
          </p:nvPr>
        </p:nvSpPr>
        <p:spPr/>
        <p:txBody>
          <a:bodyPr/>
          <a:lstStyle/>
          <a:p>
            <a:r>
              <a:rPr lang="en-US"/>
              <a:t>PG. </a:t>
            </a:r>
            <a:fld id="{93005692-73BE-493E-93AB-ECD6027A7652}" type="slidenum">
              <a:rPr lang="en-US" smtClean="0"/>
              <a:pPr/>
              <a:t>‹#›</a:t>
            </a:fld>
            <a:endParaRPr lang="en-US"/>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3974A9E-84AC-4661-9381-CC35B09E47F7}" type="datetime1">
              <a:rPr lang="en-US" smtClean="0"/>
              <a:t>7/4/2026</a:t>
            </a:fld>
            <a:endParaRPr lang="en-US"/>
          </a:p>
        </p:txBody>
      </p:sp>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r>
              <a:rPr lang="en-US"/>
              <a:t>PG. </a:t>
            </a:r>
            <a:fld id="{93005692-73BE-493E-93AB-ECD6027A7652}" type="slidenum">
              <a:rPr lang="en-US" smtClean="0"/>
              <a:pPr/>
              <a:t>‹#›</a:t>
            </a:fld>
            <a:endParaRPr lang="en-US"/>
          </a:p>
        </p:txBody>
      </p:sp>
    </p:spTree>
    <p:extLst>
      <p:ext uri="{BB962C8B-B14F-4D97-AF65-F5344CB8AC3E}">
        <p14:creationId xmlns:p14="http://schemas.microsoft.com/office/powerpoint/2010/main" val="7431656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5" name="Date Placeholder 4"/>
          <p:cNvSpPr>
            <a:spLocks noGrp="1"/>
          </p:cNvSpPr>
          <p:nvPr>
            <p:ph type="dt" sz="half" idx="10"/>
          </p:nvPr>
        </p:nvSpPr>
        <p:spPr>
          <a:xfrm>
            <a:off x="10751004" y="6335309"/>
            <a:ext cx="1181114" cy="250337"/>
          </a:xfrm>
        </p:spPr>
        <p:txBody>
          <a:bodyPr/>
          <a:lstStyle/>
          <a:p>
            <a:fld id="{1E55829F-8847-4C2A-8DD0-690EAD78E53F}" type="datetime1">
              <a:rPr lang="en-US" smtClean="0"/>
              <a:t>7/4/2026</a:t>
            </a:fld>
            <a:endParaRPr lang="en-US"/>
          </a:p>
        </p:txBody>
      </p:sp>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r>
              <a:rPr lang="en-US"/>
              <a:t>PG. </a:t>
            </a:r>
            <a:fld id="{93005692-73BE-493E-93AB-ECD6027A7652}" type="slidenum">
              <a:rPr lang="en-US" smtClean="0"/>
              <a:pPr/>
              <a:t>‹#›</a:t>
            </a:fld>
            <a:endParaRPr lang="en-US"/>
          </a:p>
        </p:txBody>
      </p:sp>
      <p:grpSp>
        <p:nvGrpSpPr>
          <p:cNvPr id="2" name="Group 1">
            <a:extLst>
              <a:ext uri="{FF2B5EF4-FFF2-40B4-BE49-F238E27FC236}">
                <a16:creationId xmlns:a16="http://schemas.microsoft.com/office/drawing/2014/main" id="{BCF4D1F6-5D4E-DC05-14CC-D5568D4C40C6}"/>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3" name="Rectangle 2">
              <a:extLst>
                <a:ext uri="{FF2B5EF4-FFF2-40B4-BE49-F238E27FC236}">
                  <a16:creationId xmlns:a16="http://schemas.microsoft.com/office/drawing/2014/main" id="{02058980-ECB3-D775-06C7-D74975C75800}"/>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367D446-1777-C8B7-A713-1F08FB5054BD}"/>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13B37A-DFF3-0939-4C7C-E15A0E213D24}"/>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5D74825-439E-7305-3986-6E6DD96291EF}"/>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C464B8D-08FB-B67B-55DB-C1D4A01007AF}"/>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30071" y="1237675"/>
            <a:ext cx="4331855" cy="910202"/>
          </a:xfrm>
        </p:spPr>
        <p:txBody>
          <a:bodyPr anchor="b">
            <a:normAutofit/>
          </a:bodyPr>
          <a:lstStyle>
            <a:lvl1pPr algn="ctr">
              <a:defRPr sz="2800" b="1" cap="all" baseline="0"/>
            </a:lvl1pPr>
          </a:lstStyle>
          <a:p>
            <a:r>
              <a:rPr lang="en-US"/>
              <a:t>CONTEXT or THEME</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7/4/2026</a:t>
            </a:fld>
            <a:endParaRPr lang="en-US"/>
          </a:p>
        </p:txBody>
      </p:sp>
      <p:sp>
        <p:nvSpPr>
          <p:cNvPr id="4" name="Footer Placeholder 3"/>
          <p:cNvSpPr>
            <a:spLocks noGrp="1"/>
          </p:cNvSpPr>
          <p:nvPr>
            <p:ph type="ftr" sz="quarter" idx="11"/>
          </p:nvPr>
        </p:nvSpPr>
        <p:spPr/>
        <p:txBody>
          <a:bodyPr/>
          <a:lstStyle/>
          <a:p>
            <a:r>
              <a:rPr lang="en-US"/>
              <a:t>PRESENTATION TITLE</a:t>
            </a:r>
          </a:p>
        </p:txBody>
      </p:sp>
      <p:sp>
        <p:nvSpPr>
          <p:cNvPr id="5" name="Slide Number Placeholder 4"/>
          <p:cNvSpPr>
            <a:spLocks noGrp="1"/>
          </p:cNvSpPr>
          <p:nvPr>
            <p:ph type="sldNum" sz="quarter" idx="12"/>
          </p:nvPr>
        </p:nvSpPr>
        <p:spPr/>
        <p:txBody>
          <a:bodyPr/>
          <a:lstStyle/>
          <a:p>
            <a:r>
              <a:rPr lang="en-US"/>
              <a:t>PG. </a:t>
            </a:r>
            <a:fld id="{93005692-73BE-493E-93AB-ECD6027A7652}" type="slidenum">
              <a:rPr lang="en-US" smtClean="0"/>
              <a:pPr/>
              <a:t>‹#›</a:t>
            </a:fld>
            <a:endParaRPr lang="en-US"/>
          </a:p>
        </p:txBody>
      </p:sp>
      <p:cxnSp>
        <p:nvCxnSpPr>
          <p:cNvPr id="12" name="Straight Connector 11">
            <a:extLst>
              <a:ext uri="{C183D7F6-B498-43B3-948B-1728B52AA6E4}">
                <adec:decorative xmlns:adec="http://schemas.microsoft.com/office/drawing/2017/decorative" val="1"/>
              </a:ext>
            </a:extLst>
          </p:cNvPr>
          <p:cNvCxnSpPr/>
          <p:nvPr userDrawn="1"/>
        </p:nvCxnSpPr>
        <p:spPr>
          <a:xfrm>
            <a:off x="393007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C183D7F6-B498-43B3-948B-1728B52AA6E4}">
                <adec:decorative xmlns:adec="http://schemas.microsoft.com/office/drawing/2017/decorative" val="1"/>
              </a:ext>
            </a:extLst>
          </p:cNvPr>
          <p:cNvCxnSpPr/>
          <p:nvPr userDrawn="1"/>
        </p:nvCxnSpPr>
        <p:spPr>
          <a:xfrm>
            <a:off x="393007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660400" y="2420360"/>
            <a:ext cx="108712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393007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grpSp>
        <p:nvGrpSpPr>
          <p:cNvPr id="6" name="Group 5">
            <a:extLst>
              <a:ext uri="{FF2B5EF4-FFF2-40B4-BE49-F238E27FC236}">
                <a16:creationId xmlns:a16="http://schemas.microsoft.com/office/drawing/2014/main" id="{C6D0CBD7-01F5-5B46-0640-A10BA23A317F}"/>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7" name="Rectangle 6">
              <a:extLst>
                <a:ext uri="{FF2B5EF4-FFF2-40B4-BE49-F238E27FC236}">
                  <a16:creationId xmlns:a16="http://schemas.microsoft.com/office/drawing/2014/main" id="{AF908138-38BB-FA40-C2E3-EF03002CD01C}"/>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5C53149-A46D-C4D4-FCCC-54812C9374F6}"/>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E907F26-3C3D-8DE5-E166-1B0E714F0AC3}"/>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E63995-DFD4-0220-7B3A-2AE3F1EEE50A}"/>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F5C0F3C-2F61-8934-DF7A-3A998C45F927}"/>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6350285" y="797859"/>
            <a:ext cx="5440648" cy="5455161"/>
          </a:xfrm>
        </p:spPr>
        <p:txBody>
          <a:bodyPr/>
          <a:lstStyle/>
          <a:p>
            <a:r>
              <a:rPr lang="en-US"/>
              <a:t>Click icon to add picture</a:t>
            </a:r>
          </a:p>
        </p:txBody>
      </p:sp>
      <p:sp>
        <p:nvSpPr>
          <p:cNvPr id="2" name="Title 1"/>
          <p:cNvSpPr>
            <a:spLocks noGrp="1"/>
          </p:cNvSpPr>
          <p:nvPr>
            <p:ph type="title" hasCustomPrompt="1"/>
          </p:nvPr>
        </p:nvSpPr>
        <p:spPr>
          <a:xfrm>
            <a:off x="854362" y="1237675"/>
            <a:ext cx="4331855" cy="910202"/>
          </a:xfrm>
        </p:spPr>
        <p:txBody>
          <a:bodyPr anchor="b">
            <a:normAutofit/>
          </a:bodyPr>
          <a:lstStyle>
            <a:lvl1pPr algn="ctr">
              <a:defRPr sz="2800" b="1" cap="all" baseline="0"/>
            </a:lvl1pPr>
          </a:lstStyle>
          <a:p>
            <a:r>
              <a:rPr lang="en-US"/>
              <a:t>CONTEXT or THEME</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7/4/2026</a:t>
            </a:fld>
            <a:endParaRPr lang="en-US"/>
          </a:p>
        </p:txBody>
      </p:sp>
      <p:sp>
        <p:nvSpPr>
          <p:cNvPr id="4" name="Footer Placeholder 3"/>
          <p:cNvSpPr>
            <a:spLocks noGrp="1"/>
          </p:cNvSpPr>
          <p:nvPr>
            <p:ph type="ftr" sz="quarter" idx="11"/>
          </p:nvPr>
        </p:nvSpPr>
        <p:spPr>
          <a:xfrm>
            <a:off x="259882" y="6335310"/>
            <a:ext cx="4926335" cy="250336"/>
          </a:xfrm>
        </p:spPr>
        <p:txBody>
          <a:bodyPr/>
          <a:lstStyle/>
          <a:p>
            <a:r>
              <a:rPr lang="en-US"/>
              <a:t>PRESENTATION TITLE</a:t>
            </a:r>
          </a:p>
        </p:txBody>
      </p:sp>
      <p:sp>
        <p:nvSpPr>
          <p:cNvPr id="5" name="Slide Number Placeholder 4"/>
          <p:cNvSpPr>
            <a:spLocks noGrp="1"/>
          </p:cNvSpPr>
          <p:nvPr>
            <p:ph type="sldNum" sz="quarter" idx="12"/>
          </p:nvPr>
        </p:nvSpPr>
        <p:spPr>
          <a:xfrm>
            <a:off x="5587999" y="6335309"/>
            <a:ext cx="1016000" cy="250337"/>
          </a:xfrm>
        </p:spPr>
        <p:txBody>
          <a:bodyPr/>
          <a:lstStyle/>
          <a:p>
            <a:r>
              <a:rPr lang="en-US"/>
              <a:t>PG. </a:t>
            </a:r>
            <a:fld id="{93005692-73BE-493E-93AB-ECD6027A7652}" type="slidenum">
              <a:rPr lang="en-US" smtClean="0"/>
              <a:pPr/>
              <a:t>‹#›</a:t>
            </a:fld>
            <a:endParaRPr lang="en-US"/>
          </a:p>
        </p:txBody>
      </p:sp>
      <p:sp>
        <p:nvSpPr>
          <p:cNvPr id="15" name="Text Placeholder 14"/>
          <p:cNvSpPr>
            <a:spLocks noGrp="1"/>
          </p:cNvSpPr>
          <p:nvPr>
            <p:ph type="body" sz="quarter" idx="13"/>
          </p:nvPr>
        </p:nvSpPr>
        <p:spPr>
          <a:xfrm>
            <a:off x="544943" y="2409026"/>
            <a:ext cx="4950694"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854362" y="4784725"/>
            <a:ext cx="4331855"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cap="all" baseline="0"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a:extLst>
              <a:ext uri="{C183D7F6-B498-43B3-948B-1728B52AA6E4}">
                <adec:decorative xmlns:adec="http://schemas.microsoft.com/office/drawing/2017/decorative" val="1"/>
              </a:ext>
            </a:extLst>
          </p:cNvPr>
          <p:cNvCxnSpPr/>
          <p:nvPr userDrawn="1"/>
        </p:nvCxnSpPr>
        <p:spPr>
          <a:xfrm>
            <a:off x="854363" y="2244437"/>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C183D7F6-B498-43B3-948B-1728B52AA6E4}">
                <adec:decorative xmlns:adec="http://schemas.microsoft.com/office/drawing/2017/decorative" val="1"/>
              </a:ext>
            </a:extLst>
          </p:cNvPr>
          <p:cNvCxnSpPr/>
          <p:nvPr userDrawn="1"/>
        </p:nvCxnSpPr>
        <p:spPr>
          <a:xfrm>
            <a:off x="854363" y="4668983"/>
            <a:ext cx="4331855"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0875E66A-FB6D-20D7-37AB-FF282A8953AC}"/>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8" name="Rectangle 7">
              <a:extLst>
                <a:ext uri="{FF2B5EF4-FFF2-40B4-BE49-F238E27FC236}">
                  <a16:creationId xmlns:a16="http://schemas.microsoft.com/office/drawing/2014/main" id="{6369A657-EE48-599C-20A0-D470B8DD8098}"/>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4EC98F-1A7E-10B2-27E1-8CB82C26610D}"/>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0652F52-E50D-4868-FAA2-6479765FA623}"/>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CE319C5-725A-4E51-E07B-7A3AE054B556}"/>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2A52056-7A5B-54D9-F70B-A2B6A2C59FD2}"/>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err="1"/>
              <a:t>Subheader</a:t>
            </a:r>
            <a:endParaRPr lang="en-US"/>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b="1" cap="all" baseline="0"/>
            </a:lvl1pPr>
          </a:lstStyle>
          <a:p>
            <a:r>
              <a:rPr lang="en-US"/>
              <a:t>SECTION DIVIDER</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7/4/2026</a:t>
            </a:fld>
            <a:endParaRPr lang="en-US"/>
          </a:p>
        </p:txBody>
      </p:sp>
      <p:sp>
        <p:nvSpPr>
          <p:cNvPr id="4" name="Footer Placeholder 3"/>
          <p:cNvSpPr>
            <a:spLocks noGrp="1"/>
          </p:cNvSpPr>
          <p:nvPr>
            <p:ph type="ftr" sz="quarter" idx="11"/>
          </p:nvPr>
        </p:nvSpPr>
        <p:spPr/>
        <p:txBody>
          <a:bodyPr/>
          <a:lstStyle/>
          <a:p>
            <a:r>
              <a:rPr lang="en-US"/>
              <a:t>PRESENTATION TITLE</a:t>
            </a:r>
          </a:p>
        </p:txBody>
      </p:sp>
      <p:sp>
        <p:nvSpPr>
          <p:cNvPr id="5" name="Slide Number Placeholder 4"/>
          <p:cNvSpPr>
            <a:spLocks noGrp="1"/>
          </p:cNvSpPr>
          <p:nvPr>
            <p:ph type="sldNum" sz="quarter" idx="12"/>
          </p:nvPr>
        </p:nvSpPr>
        <p:spPr/>
        <p:txBody>
          <a:bodyPr/>
          <a:lstStyle/>
          <a:p>
            <a:r>
              <a:rPr lang="en-US"/>
              <a:t>PG. </a:t>
            </a:r>
            <a:fld id="{93005692-73BE-493E-93AB-ECD6027A7652}" type="slidenum">
              <a:rPr lang="en-US" smtClean="0"/>
              <a:pPr/>
              <a:t>‹#›</a:t>
            </a:fld>
            <a:endParaRPr lang="en-US"/>
          </a:p>
        </p:txBody>
      </p:sp>
      <p:grpSp>
        <p:nvGrpSpPr>
          <p:cNvPr id="6" name="Group 5">
            <a:extLst>
              <a:ext uri="{FF2B5EF4-FFF2-40B4-BE49-F238E27FC236}">
                <a16:creationId xmlns:a16="http://schemas.microsoft.com/office/drawing/2014/main" id="{A0BB5B96-21D6-C502-84BE-797CBCD8FF6B}"/>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4" name="Rectangle 13">
              <a:extLst>
                <a:ext uri="{FF2B5EF4-FFF2-40B4-BE49-F238E27FC236}">
                  <a16:creationId xmlns:a16="http://schemas.microsoft.com/office/drawing/2014/main" id="{B8E7ED9F-E2B9-726A-763B-C9AA5E6FA4CB}"/>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4728A4-CF0A-0F36-FF13-B757FFA6C102}"/>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5BD5ED-9671-16DB-2021-D5F1B4EB9D4B}"/>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EFEA52D-67FC-BC5D-27D1-CB31205B0165}"/>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45B316A-7245-9A18-022D-A5281D0B00E0}"/>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4"/>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err="1"/>
              <a:t>Subheader</a:t>
            </a:r>
            <a:endParaRPr lang="en-US"/>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b="1" cap="all" baseline="0"/>
            </a:lvl1pPr>
          </a:lstStyle>
          <a:p>
            <a:r>
              <a:rPr lang="en-US"/>
              <a:t>SECTION DIVIDER</a:t>
            </a:r>
          </a:p>
        </p:txBody>
      </p:sp>
      <p:sp>
        <p:nvSpPr>
          <p:cNvPr id="3" name="Date Placeholder 2"/>
          <p:cNvSpPr>
            <a:spLocks noGrp="1"/>
          </p:cNvSpPr>
          <p:nvPr>
            <p:ph type="dt" sz="half" idx="10"/>
          </p:nvPr>
        </p:nvSpPr>
        <p:spPr>
          <a:xfrm>
            <a:off x="10751004" y="6335309"/>
            <a:ext cx="1181114" cy="250337"/>
          </a:xfrm>
        </p:spPr>
        <p:txBody>
          <a:bodyPr/>
          <a:lstStyle/>
          <a:p>
            <a:fld id="{5FDFC970-B950-4395-A833-47227D4A68CA}" type="datetime1">
              <a:rPr lang="en-US" smtClean="0"/>
              <a:t>7/4/2026</a:t>
            </a:fld>
            <a:endParaRPr lang="en-US"/>
          </a:p>
        </p:txBody>
      </p:sp>
      <p:sp>
        <p:nvSpPr>
          <p:cNvPr id="4" name="Footer Placeholder 3"/>
          <p:cNvSpPr>
            <a:spLocks noGrp="1"/>
          </p:cNvSpPr>
          <p:nvPr>
            <p:ph type="ftr" sz="quarter" idx="11"/>
          </p:nvPr>
        </p:nvSpPr>
        <p:spPr/>
        <p:txBody>
          <a:bodyPr/>
          <a:lstStyle/>
          <a:p>
            <a:r>
              <a:rPr lang="en-US"/>
              <a:t>PRESENTATION TITLE</a:t>
            </a:r>
          </a:p>
        </p:txBody>
      </p:sp>
      <p:sp>
        <p:nvSpPr>
          <p:cNvPr id="5" name="Slide Number Placeholder 4"/>
          <p:cNvSpPr>
            <a:spLocks noGrp="1"/>
          </p:cNvSpPr>
          <p:nvPr>
            <p:ph type="sldNum" sz="quarter" idx="12"/>
          </p:nvPr>
        </p:nvSpPr>
        <p:spPr/>
        <p:txBody>
          <a:bodyPr/>
          <a:lstStyle/>
          <a:p>
            <a:r>
              <a:rPr lang="en-US"/>
              <a:t>PG. </a:t>
            </a:r>
            <a:fld id="{93005692-73BE-493E-93AB-ECD6027A7652}" type="slidenum">
              <a:rPr lang="en-US" smtClean="0"/>
              <a:pPr/>
              <a:t>‹#›</a:t>
            </a:fld>
            <a:endParaRPr lang="en-US"/>
          </a:p>
        </p:txBody>
      </p:sp>
      <p:grpSp>
        <p:nvGrpSpPr>
          <p:cNvPr id="6" name="Group 5">
            <a:extLst>
              <a:ext uri="{FF2B5EF4-FFF2-40B4-BE49-F238E27FC236}">
                <a16:creationId xmlns:a16="http://schemas.microsoft.com/office/drawing/2014/main" id="{82774E33-9E93-BBD4-F48B-D80DCA15EA0C}"/>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4" name="Rectangle 13">
              <a:extLst>
                <a:ext uri="{FF2B5EF4-FFF2-40B4-BE49-F238E27FC236}">
                  <a16:creationId xmlns:a16="http://schemas.microsoft.com/office/drawing/2014/main" id="{0A23DFFA-596F-A295-0814-947962AEA208}"/>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AE67401-8D42-432C-B437-FE579659966F}"/>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0B5A30C-36A5-94A0-A553-F2FACEBEDD13}"/>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DB401FA-2E6E-5EB6-E37D-45FADD5B0C12}"/>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CC65027-F56D-CDCF-C87B-7F59A52F62F1}"/>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550988" y="3461559"/>
            <a:ext cx="9070975" cy="598488"/>
          </a:xfrm>
        </p:spPr>
        <p:txBody>
          <a:bodyPr>
            <a:normAutofit/>
          </a:bodyPr>
          <a:lstStyle>
            <a:lvl1pPr marL="0" indent="0" algn="ctr">
              <a:buNone/>
              <a:defRPr sz="3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err="1"/>
              <a:t>Subheader</a:t>
            </a:r>
            <a:endParaRPr lang="en-US"/>
          </a:p>
        </p:txBody>
      </p:sp>
      <p:sp>
        <p:nvSpPr>
          <p:cNvPr id="2" name="Title 1"/>
          <p:cNvSpPr>
            <a:spLocks noGrp="1"/>
          </p:cNvSpPr>
          <p:nvPr>
            <p:ph type="title" hasCustomPrompt="1"/>
          </p:nvPr>
        </p:nvSpPr>
        <p:spPr>
          <a:xfrm>
            <a:off x="287591" y="2382981"/>
            <a:ext cx="11569729" cy="1046019"/>
          </a:xfrm>
        </p:spPr>
        <p:txBody>
          <a:bodyPr anchor="b">
            <a:normAutofit/>
          </a:bodyPr>
          <a:lstStyle>
            <a:lvl1pPr algn="ctr">
              <a:defRPr sz="6000" b="1" cap="all" baseline="0">
                <a:solidFill>
                  <a:schemeClr val="bg1"/>
                </a:solidFill>
              </a:defRPr>
            </a:lvl1pPr>
          </a:lstStyle>
          <a:p>
            <a:r>
              <a:rPr lang="en-US"/>
              <a:t>SECTION DIVIDER</a:t>
            </a:r>
          </a:p>
        </p:txBody>
      </p:sp>
      <p:sp>
        <p:nvSpPr>
          <p:cNvPr id="3" name="Date Placeholder 2"/>
          <p:cNvSpPr>
            <a:spLocks noGrp="1"/>
          </p:cNvSpPr>
          <p:nvPr>
            <p:ph type="dt" sz="half" idx="10"/>
          </p:nvPr>
        </p:nvSpPr>
        <p:spPr>
          <a:xfrm>
            <a:off x="10751004" y="6335309"/>
            <a:ext cx="1181114" cy="250337"/>
          </a:xfrm>
        </p:spPr>
        <p:txBody>
          <a:bodyPr/>
          <a:lstStyle>
            <a:lvl1pPr>
              <a:defRPr>
                <a:solidFill>
                  <a:schemeClr val="bg1"/>
                </a:solidFill>
              </a:defRPr>
            </a:lvl1pPr>
          </a:lstStyle>
          <a:p>
            <a:fld id="{5FDFC970-B950-4395-A833-47227D4A68CA}" type="datetime1">
              <a:rPr lang="en-US" smtClean="0"/>
              <a:pPr/>
              <a:t>7/4/2026</a:t>
            </a:fld>
            <a:endParaRPr lang="en-US"/>
          </a:p>
        </p:txBody>
      </p:sp>
      <p:sp>
        <p:nvSpPr>
          <p:cNvPr id="4" name="Footer Placeholder 3"/>
          <p:cNvSpPr>
            <a:spLocks noGrp="1"/>
          </p:cNvSpPr>
          <p:nvPr>
            <p:ph type="ftr" sz="quarter" idx="11"/>
          </p:nvPr>
        </p:nvSpPr>
        <p:spPr/>
        <p:txBody>
          <a:bodyPr/>
          <a:lstStyle>
            <a:lvl1pPr>
              <a:defRPr>
                <a:solidFill>
                  <a:schemeClr val="bg1"/>
                </a:solidFill>
              </a:defRPr>
            </a:lvl1pPr>
          </a:lstStyle>
          <a:p>
            <a:r>
              <a:rPr lang="en-US"/>
              <a:t>PRESENTATION TITLE</a:t>
            </a:r>
          </a:p>
        </p:txBody>
      </p:sp>
      <p:sp>
        <p:nvSpPr>
          <p:cNvPr id="5" name="Slide Number Placeholder 4"/>
          <p:cNvSpPr>
            <a:spLocks noGrp="1"/>
          </p:cNvSpPr>
          <p:nvPr>
            <p:ph type="sldNum" sz="quarter" idx="12"/>
          </p:nvPr>
        </p:nvSpPr>
        <p:spPr/>
        <p:txBody>
          <a:bodyPr/>
          <a:lstStyle>
            <a:lvl1pPr>
              <a:defRPr>
                <a:solidFill>
                  <a:schemeClr val="bg1"/>
                </a:solidFill>
              </a:defRPr>
            </a:lvl1pPr>
          </a:lstStyle>
          <a:p>
            <a:r>
              <a:rPr lang="en-US"/>
              <a:t>PG. </a:t>
            </a:r>
            <a:fld id="{93005692-73BE-493E-93AB-ECD6027A7652}" type="slidenum">
              <a:rPr lang="en-US" smtClean="0"/>
              <a:pPr/>
              <a:t>‹#›</a:t>
            </a:fld>
            <a:endParaRPr lang="en-US"/>
          </a:p>
        </p:txBody>
      </p:sp>
      <p:grpSp>
        <p:nvGrpSpPr>
          <p:cNvPr id="6" name="Group 5">
            <a:extLst>
              <a:ext uri="{FF2B5EF4-FFF2-40B4-BE49-F238E27FC236}">
                <a16:creationId xmlns:a16="http://schemas.microsoft.com/office/drawing/2014/main" id="{5D9DEAF9-10E6-934D-D822-0FFD76DCA29A}"/>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14" name="Rectangle 13">
              <a:extLst>
                <a:ext uri="{FF2B5EF4-FFF2-40B4-BE49-F238E27FC236}">
                  <a16:creationId xmlns:a16="http://schemas.microsoft.com/office/drawing/2014/main" id="{6FB5629D-C4B2-D5DD-1A32-C7C16A079229}"/>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B389BC8-D22B-0A2F-40BF-7223B327714F}"/>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9B76B41-936E-99D2-471C-1EE609906777}"/>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5B27B79-B3A6-765A-928F-8471B07CDBCB}"/>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992AC16-4DE7-962E-7E83-D86B1A02650B}"/>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57225" y="4581236"/>
            <a:ext cx="10877550" cy="1597891"/>
          </a:xfrm>
          <a:noFill/>
        </p:spPr>
        <p:txBody>
          <a:bodyPr wrap="square" rtlCol="0" anchor="ctr" anchorCtr="1">
            <a:noAutofit/>
          </a:bodyPr>
          <a:lstStyle>
            <a:lvl1pPr algn="ctr">
              <a:defRPr lang="en-US" sz="1800" b="0" i="0" cap="none" baseline="0">
                <a:solidFill>
                  <a:schemeClr val="tx1"/>
                </a:solidFill>
                <a:latin typeface="Verdana" charset="0"/>
                <a:ea typeface="Verdana" charset="0"/>
                <a:cs typeface="Verdana" charset="0"/>
              </a:defRPr>
            </a:lvl1pPr>
          </a:lstStyle>
          <a:p>
            <a:pPr marL="0" lvl="0" algn="ctr">
              <a:lnSpc>
                <a:spcPct val="75000"/>
              </a:lnSpc>
            </a:pPr>
            <a:r>
              <a:rPr lang="en-US"/>
              <a:t>Click to edit master closing slide</a:t>
            </a:r>
          </a:p>
        </p:txBody>
      </p:sp>
      <p:sp>
        <p:nvSpPr>
          <p:cNvPr id="6" name="Date Placeholder 5"/>
          <p:cNvSpPr>
            <a:spLocks noGrp="1"/>
          </p:cNvSpPr>
          <p:nvPr>
            <p:ph type="dt" sz="half" idx="10"/>
          </p:nvPr>
        </p:nvSpPr>
        <p:spPr>
          <a:xfrm>
            <a:off x="10719067" y="6335309"/>
            <a:ext cx="1181114" cy="250337"/>
          </a:xfrm>
        </p:spPr>
        <p:txBody>
          <a:bodyPr/>
          <a:lstStyle/>
          <a:p>
            <a:fld id="{75D660D7-90CE-4513-A3CE-C070B9421917}" type="datetime1">
              <a:rPr lang="en-US" smtClean="0"/>
              <a:t>7/4/2026</a:t>
            </a:fld>
            <a:endParaRPr lang="en-US"/>
          </a:p>
        </p:txBody>
      </p:sp>
      <p:sp>
        <p:nvSpPr>
          <p:cNvPr id="10" name="Footer Placeholder 9"/>
          <p:cNvSpPr>
            <a:spLocks noGrp="1"/>
          </p:cNvSpPr>
          <p:nvPr>
            <p:ph type="ftr" sz="quarter" idx="11"/>
          </p:nvPr>
        </p:nvSpPr>
        <p:spPr>
          <a:xfrm>
            <a:off x="291819" y="6335309"/>
            <a:ext cx="4829174" cy="250337"/>
          </a:xfrm>
        </p:spPr>
        <p:txBody>
          <a:bodyPr/>
          <a:lstStyle/>
          <a:p>
            <a:r>
              <a:rPr lang="en-US"/>
              <a:t>PRESENTATION TITLE</a:t>
            </a:r>
          </a:p>
        </p:txBody>
      </p:sp>
      <p:sp>
        <p:nvSpPr>
          <p:cNvPr id="11" name="Slide Number Placeholder 10"/>
          <p:cNvSpPr>
            <a:spLocks noGrp="1"/>
          </p:cNvSpPr>
          <p:nvPr>
            <p:ph type="sldNum" sz="quarter" idx="12"/>
          </p:nvPr>
        </p:nvSpPr>
        <p:spPr/>
        <p:txBody>
          <a:bodyPr/>
          <a:lstStyle/>
          <a:p>
            <a:r>
              <a:rPr lang="en-US"/>
              <a:t>PG. </a:t>
            </a:r>
            <a:fld id="{93005692-73BE-493E-93AB-ECD6027A7652}" type="slidenum">
              <a:rPr lang="en-US" smtClean="0"/>
              <a:pPr/>
              <a:t>‹#›</a:t>
            </a:fld>
            <a:endParaRPr lang="en-US"/>
          </a:p>
        </p:txBody>
      </p:sp>
      <p:pic>
        <p:nvPicPr>
          <p:cNvPr id="4" name="Picture 3" descr="University of Waterloo Faculty of Environment logo">
            <a:extLst>
              <a:ext uri="{FF2B5EF4-FFF2-40B4-BE49-F238E27FC236}">
                <a16:creationId xmlns:a16="http://schemas.microsoft.com/office/drawing/2014/main" id="{1365E6DA-ABF0-DC4C-8784-09554554CE0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970200" y="985586"/>
            <a:ext cx="6251601" cy="4075199"/>
          </a:xfrm>
          <a:prstGeom prst="rect">
            <a:avLst/>
          </a:prstGeom>
        </p:spPr>
      </p:pic>
      <p:grpSp>
        <p:nvGrpSpPr>
          <p:cNvPr id="3" name="Group 2">
            <a:extLst>
              <a:ext uri="{FF2B5EF4-FFF2-40B4-BE49-F238E27FC236}">
                <a16:creationId xmlns:a16="http://schemas.microsoft.com/office/drawing/2014/main" id="{AD99A1FD-EE6F-1C0B-1422-56F1342989DE}"/>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5" name="Rectangle 4">
              <a:extLst>
                <a:ext uri="{FF2B5EF4-FFF2-40B4-BE49-F238E27FC236}">
                  <a16:creationId xmlns:a16="http://schemas.microsoft.com/office/drawing/2014/main" id="{54C86D2B-BDE4-4536-3850-EEE58D902D37}"/>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C3204B8-B704-B58F-E09D-969F1BA07051}"/>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CBD5DD3-B699-F350-CD33-61D5BAF7E1DD}"/>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08187F8-A1A5-06CD-3B19-B5C8B4D329F0}"/>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8E1C005-21BB-BF32-AE3B-34C1B643EFC6}"/>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696773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_AL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33425" y="4682836"/>
            <a:ext cx="10725150" cy="1559782"/>
          </a:xfrm>
          <a:noFill/>
        </p:spPr>
        <p:txBody>
          <a:bodyPr wrap="square" rtlCol="0" anchor="ctr" anchorCtr="1">
            <a:noAutofit/>
          </a:bodyPr>
          <a:lstStyle>
            <a:lvl1pPr marL="0" algn="ctr">
              <a:lnSpc>
                <a:spcPct val="75000"/>
              </a:lnSpc>
              <a:defRPr lang="en-US" sz="1800" b="0" i="0">
                <a:solidFill>
                  <a:schemeClr val="bg1">
                    <a:alpha val="81000"/>
                  </a:schemeClr>
                </a:solidFill>
                <a:latin typeface="Verdana" charset="0"/>
                <a:ea typeface="Verdana" charset="0"/>
                <a:cs typeface="Verdana" charset="0"/>
              </a:defRPr>
            </a:lvl1pPr>
          </a:lstStyle>
          <a:p>
            <a:pPr marL="0" lvl="0" algn="ctr">
              <a:lnSpc>
                <a:spcPct val="75000"/>
              </a:lnSpc>
            </a:pPr>
            <a:r>
              <a:rPr lang="en-US"/>
              <a:t>Click to edit master closing slide</a:t>
            </a:r>
          </a:p>
        </p:txBody>
      </p:sp>
      <p:sp>
        <p:nvSpPr>
          <p:cNvPr id="6" name="Date Placeholder 5"/>
          <p:cNvSpPr>
            <a:spLocks noGrp="1"/>
          </p:cNvSpPr>
          <p:nvPr>
            <p:ph type="dt" sz="half" idx="10"/>
          </p:nvPr>
        </p:nvSpPr>
        <p:spPr>
          <a:xfrm>
            <a:off x="10755776" y="6335309"/>
            <a:ext cx="1181114" cy="250337"/>
          </a:xfrm>
        </p:spPr>
        <p:txBody>
          <a:bodyPr/>
          <a:lstStyle>
            <a:lvl1pPr>
              <a:defRPr>
                <a:solidFill>
                  <a:schemeClr val="bg1"/>
                </a:solidFill>
              </a:defRPr>
            </a:lvl1pPr>
          </a:lstStyle>
          <a:p>
            <a:fld id="{0A368D4B-3D0A-49AB-8EA2-2DC8CB4594DB}" type="datetime1">
              <a:rPr lang="en-US" smtClean="0"/>
              <a:pPr/>
              <a:t>7/4/2026</a:t>
            </a:fld>
            <a:endParaRPr lang="en-US"/>
          </a:p>
        </p:txBody>
      </p:sp>
      <p:sp>
        <p:nvSpPr>
          <p:cNvPr id="7" name="Footer Placeholder 6"/>
          <p:cNvSpPr>
            <a:spLocks noGrp="1"/>
          </p:cNvSpPr>
          <p:nvPr>
            <p:ph type="ftr" sz="quarter" idx="11"/>
          </p:nvPr>
        </p:nvSpPr>
        <p:spPr>
          <a:xfrm>
            <a:off x="255110" y="6335309"/>
            <a:ext cx="4752974" cy="250337"/>
          </a:xfrm>
          <a:solidFill>
            <a:schemeClr val="tx1"/>
          </a:solidFill>
        </p:spPr>
        <p:txBody>
          <a:bodyPr/>
          <a:lstStyle>
            <a:lvl1pPr>
              <a:defRPr>
                <a:solidFill>
                  <a:schemeClr val="bg1"/>
                </a:solidFill>
              </a:defRPr>
            </a:lvl1pPr>
          </a:lstStyle>
          <a:p>
            <a:r>
              <a:rPr lang="en-US"/>
              <a:t>PRESENTATION TITLE</a:t>
            </a:r>
            <a:endParaRPr lang="en-US">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a:t>PG. </a:t>
            </a:r>
            <a:fld id="{93005692-73BE-493E-93AB-ECD6027A7652}" type="slidenum">
              <a:rPr lang="en-US" smtClean="0"/>
              <a:pPr/>
              <a:t>‹#›</a:t>
            </a:fld>
            <a:endParaRPr lang="en-US"/>
          </a:p>
        </p:txBody>
      </p:sp>
      <p:pic>
        <p:nvPicPr>
          <p:cNvPr id="5" name="Picture 4" descr="University of Waterloo Faculty of Environment logo">
            <a:extLst>
              <a:ext uri="{FF2B5EF4-FFF2-40B4-BE49-F238E27FC236}">
                <a16:creationId xmlns:a16="http://schemas.microsoft.com/office/drawing/2014/main" id="{FF7D8A3F-6932-F142-A5CC-E1C9F969912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970200" y="985586"/>
            <a:ext cx="6251601" cy="4075199"/>
          </a:xfrm>
          <a:prstGeom prst="rect">
            <a:avLst/>
          </a:prstGeom>
        </p:spPr>
      </p:pic>
      <p:grpSp>
        <p:nvGrpSpPr>
          <p:cNvPr id="3" name="Group 2">
            <a:extLst>
              <a:ext uri="{FF2B5EF4-FFF2-40B4-BE49-F238E27FC236}">
                <a16:creationId xmlns:a16="http://schemas.microsoft.com/office/drawing/2014/main" id="{936148DC-5BFB-35F1-47B1-3522CE73A800}"/>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4" name="Rectangle 3">
              <a:extLst>
                <a:ext uri="{FF2B5EF4-FFF2-40B4-BE49-F238E27FC236}">
                  <a16:creationId xmlns:a16="http://schemas.microsoft.com/office/drawing/2014/main" id="{0EA31B6E-BB90-BA44-A999-5886042353C6}"/>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F3129DB-3EEE-F1A8-ADDB-D4C380CFED01}"/>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E3BC587-4473-C88C-0633-114AEC06D3BB}"/>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BCC226E-1F7D-01C8-EAC6-2936BA75A00A}"/>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ADE880D-BECA-395A-0996-F976CF652FBC}"/>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220828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Slide_Y+W">
    <p:spTree>
      <p:nvGrpSpPr>
        <p:cNvPr id="1" name=""/>
        <p:cNvGrpSpPr/>
        <p:nvPr/>
      </p:nvGrpSpPr>
      <p:grpSpPr>
        <a:xfrm>
          <a:off x="0" y="0"/>
          <a:ext cx="0" cy="0"/>
          <a:chOff x="0" y="0"/>
          <a:chExt cx="0" cy="0"/>
        </a:xfrm>
      </p:grpSpPr>
      <p:sp>
        <p:nvSpPr>
          <p:cNvPr id="6" name="Date Placeholder 5"/>
          <p:cNvSpPr>
            <a:spLocks noGrp="1"/>
          </p:cNvSpPr>
          <p:nvPr>
            <p:ph type="dt" sz="half" idx="10"/>
          </p:nvPr>
        </p:nvSpPr>
        <p:spPr>
          <a:xfrm>
            <a:off x="10719067" y="6335309"/>
            <a:ext cx="1181114" cy="250337"/>
          </a:xfrm>
        </p:spPr>
        <p:txBody>
          <a:bodyPr/>
          <a:lstStyle/>
          <a:p>
            <a:fld id="{75D660D7-90CE-4513-A3CE-C070B9421917}" type="datetime1">
              <a:rPr lang="en-US" smtClean="0"/>
              <a:t>7/4/2026</a:t>
            </a:fld>
            <a:endParaRPr lang="en-US"/>
          </a:p>
        </p:txBody>
      </p:sp>
      <p:sp>
        <p:nvSpPr>
          <p:cNvPr id="10" name="Footer Placeholder 9"/>
          <p:cNvSpPr>
            <a:spLocks noGrp="1"/>
          </p:cNvSpPr>
          <p:nvPr>
            <p:ph type="ftr" sz="quarter" idx="11"/>
          </p:nvPr>
        </p:nvSpPr>
        <p:spPr>
          <a:xfrm>
            <a:off x="291819" y="6335309"/>
            <a:ext cx="4829174" cy="250337"/>
          </a:xfrm>
        </p:spPr>
        <p:txBody>
          <a:bodyPr/>
          <a:lstStyle/>
          <a:p>
            <a:r>
              <a:rPr lang="en-US"/>
              <a:t>PRESENTATION TITLE</a:t>
            </a:r>
          </a:p>
        </p:txBody>
      </p:sp>
      <p:sp>
        <p:nvSpPr>
          <p:cNvPr id="11" name="Slide Number Placeholder 10"/>
          <p:cNvSpPr>
            <a:spLocks noGrp="1"/>
          </p:cNvSpPr>
          <p:nvPr>
            <p:ph type="sldNum" sz="quarter" idx="12"/>
          </p:nvPr>
        </p:nvSpPr>
        <p:spPr/>
        <p:txBody>
          <a:bodyPr/>
          <a:lstStyle/>
          <a:p>
            <a:r>
              <a:rPr lang="en-US"/>
              <a:t>PG. </a:t>
            </a:r>
            <a:fld id="{93005692-73BE-493E-93AB-ECD6027A7652}" type="slidenum">
              <a:rPr lang="en-US" smtClean="0"/>
              <a:pPr/>
              <a:t>‹#›</a:t>
            </a:fld>
            <a:endParaRPr lang="en-US"/>
          </a:p>
        </p:txBody>
      </p:sp>
      <p:pic>
        <p:nvPicPr>
          <p:cNvPr id="4" name="Picture 3" descr="University of Waterloo Faculty of Environment logo">
            <a:extLst>
              <a:ext uri="{FF2B5EF4-FFF2-40B4-BE49-F238E27FC236}">
                <a16:creationId xmlns:a16="http://schemas.microsoft.com/office/drawing/2014/main" id="{1365E6DA-ABF0-DC4C-8784-09554554CE0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970200" y="805093"/>
            <a:ext cx="6251601" cy="4075199"/>
          </a:xfrm>
          <a:prstGeom prst="rect">
            <a:avLst/>
          </a:prstGeom>
        </p:spPr>
      </p:pic>
      <p:pic>
        <p:nvPicPr>
          <p:cNvPr id="14" name="Picture 13" descr="YOU+WATERLOO">
            <a:extLst>
              <a:ext uri="{FF2B5EF4-FFF2-40B4-BE49-F238E27FC236}">
                <a16:creationId xmlns:a16="http://schemas.microsoft.com/office/drawing/2014/main" id="{63E9E4D9-2FC1-204A-9020-987081288C4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187315" y="4854114"/>
            <a:ext cx="1817370" cy="514350"/>
          </a:xfrm>
          <a:prstGeom prst="rect">
            <a:avLst/>
          </a:prstGeom>
        </p:spPr>
      </p:pic>
      <p:pic>
        <p:nvPicPr>
          <p:cNvPr id="15" name="Picture 14">
            <a:extLst>
              <a:ext uri="{FF2B5EF4-FFF2-40B4-BE49-F238E27FC236}">
                <a16:creationId xmlns:a16="http://schemas.microsoft.com/office/drawing/2014/main" id="{318048D1-2FDF-1749-A6F2-7D7E6B7B149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237482" y="5539328"/>
            <a:ext cx="3717036" cy="243459"/>
          </a:xfrm>
          <a:prstGeom prst="rect">
            <a:avLst/>
          </a:prstGeom>
        </p:spPr>
      </p:pic>
      <p:grpSp>
        <p:nvGrpSpPr>
          <p:cNvPr id="2" name="Group 1">
            <a:extLst>
              <a:ext uri="{FF2B5EF4-FFF2-40B4-BE49-F238E27FC236}">
                <a16:creationId xmlns:a16="http://schemas.microsoft.com/office/drawing/2014/main" id="{C5B3AAF1-C71B-65D5-6647-A8F133CA124A}"/>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3" name="Rectangle 2">
              <a:extLst>
                <a:ext uri="{FF2B5EF4-FFF2-40B4-BE49-F238E27FC236}">
                  <a16:creationId xmlns:a16="http://schemas.microsoft.com/office/drawing/2014/main" id="{410DBB53-A052-717B-BF0C-9FB1EF5D4163}"/>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2496E38-ECD1-18A7-E605-20C604EA35B0}"/>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0026F14-12D4-D2B2-3886-5CC3014B59F7}"/>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04E539A-5E5D-B7D4-41BA-23651A15AE54}"/>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EB55B08-95FA-4C8F-1E16-D3882077A6A4}"/>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16277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Closing Slide_Y+W_ALT">
    <p:bg>
      <p:bgPr>
        <a:solidFill>
          <a:schemeClr val="tx1"/>
        </a:solidFill>
        <a:effectLst/>
      </p:bgPr>
    </p:bg>
    <p:spTree>
      <p:nvGrpSpPr>
        <p:cNvPr id="1" name=""/>
        <p:cNvGrpSpPr/>
        <p:nvPr/>
      </p:nvGrpSpPr>
      <p:grpSpPr>
        <a:xfrm>
          <a:off x="0" y="0"/>
          <a:ext cx="0" cy="0"/>
          <a:chOff x="0" y="0"/>
          <a:chExt cx="0" cy="0"/>
        </a:xfrm>
      </p:grpSpPr>
      <p:sp>
        <p:nvSpPr>
          <p:cNvPr id="6" name="Date Placeholder 5"/>
          <p:cNvSpPr>
            <a:spLocks noGrp="1"/>
          </p:cNvSpPr>
          <p:nvPr>
            <p:ph type="dt" sz="half" idx="10"/>
          </p:nvPr>
        </p:nvSpPr>
        <p:spPr>
          <a:xfrm>
            <a:off x="10755776" y="6335309"/>
            <a:ext cx="1181114" cy="250337"/>
          </a:xfrm>
        </p:spPr>
        <p:txBody>
          <a:bodyPr/>
          <a:lstStyle>
            <a:lvl1pPr>
              <a:defRPr>
                <a:solidFill>
                  <a:schemeClr val="bg1"/>
                </a:solidFill>
              </a:defRPr>
            </a:lvl1pPr>
          </a:lstStyle>
          <a:p>
            <a:fld id="{0A368D4B-3D0A-49AB-8EA2-2DC8CB4594DB}" type="datetime1">
              <a:rPr lang="en-US" smtClean="0"/>
              <a:pPr/>
              <a:t>7/4/2026</a:t>
            </a:fld>
            <a:endParaRPr lang="en-US"/>
          </a:p>
        </p:txBody>
      </p:sp>
      <p:sp>
        <p:nvSpPr>
          <p:cNvPr id="7" name="Footer Placeholder 6"/>
          <p:cNvSpPr>
            <a:spLocks noGrp="1"/>
          </p:cNvSpPr>
          <p:nvPr>
            <p:ph type="ftr" sz="quarter" idx="11"/>
          </p:nvPr>
        </p:nvSpPr>
        <p:spPr>
          <a:xfrm>
            <a:off x="255110" y="6335309"/>
            <a:ext cx="4752974" cy="250337"/>
          </a:xfrm>
          <a:solidFill>
            <a:schemeClr val="tx1"/>
          </a:solidFill>
        </p:spPr>
        <p:txBody>
          <a:bodyPr/>
          <a:lstStyle>
            <a:lvl1pPr>
              <a:defRPr>
                <a:solidFill>
                  <a:schemeClr val="bg1"/>
                </a:solidFill>
              </a:defRPr>
            </a:lvl1pPr>
          </a:lstStyle>
          <a:p>
            <a:r>
              <a:rPr lang="en-US"/>
              <a:t>PRESENTATION TITLE</a:t>
            </a:r>
            <a:endParaRPr lang="en-US">
              <a:solidFill>
                <a:schemeClr val="bg1"/>
              </a:solidFill>
            </a:endParaRPr>
          </a:p>
        </p:txBody>
      </p:sp>
      <p:sp>
        <p:nvSpPr>
          <p:cNvPr id="8" name="Slide Number Placeholder 7"/>
          <p:cNvSpPr>
            <a:spLocks noGrp="1"/>
          </p:cNvSpPr>
          <p:nvPr>
            <p:ph type="sldNum" sz="quarter" idx="12"/>
          </p:nvPr>
        </p:nvSpPr>
        <p:spPr/>
        <p:txBody>
          <a:bodyPr/>
          <a:lstStyle>
            <a:lvl1pPr>
              <a:defRPr>
                <a:solidFill>
                  <a:schemeClr val="bg1"/>
                </a:solidFill>
              </a:defRPr>
            </a:lvl1pPr>
          </a:lstStyle>
          <a:p>
            <a:r>
              <a:rPr lang="en-US"/>
              <a:t>PG. </a:t>
            </a:r>
            <a:fld id="{93005692-73BE-493E-93AB-ECD6027A7652}" type="slidenum">
              <a:rPr lang="en-US" smtClean="0"/>
              <a:pPr/>
              <a:t>‹#›</a:t>
            </a:fld>
            <a:endParaRPr lang="en-US"/>
          </a:p>
        </p:txBody>
      </p:sp>
      <p:pic>
        <p:nvPicPr>
          <p:cNvPr id="5" name="Picture 4" descr="University of Waterloo Faculty of Environment logo">
            <a:extLst>
              <a:ext uri="{FF2B5EF4-FFF2-40B4-BE49-F238E27FC236}">
                <a16:creationId xmlns:a16="http://schemas.microsoft.com/office/drawing/2014/main" id="{FF7D8A3F-6932-F142-A5CC-E1C9F969912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970200" y="799131"/>
            <a:ext cx="6251601" cy="4075199"/>
          </a:xfrm>
          <a:prstGeom prst="rect">
            <a:avLst/>
          </a:prstGeom>
        </p:spPr>
      </p:pic>
      <p:pic>
        <p:nvPicPr>
          <p:cNvPr id="16" name="Picture 15" descr="YOU+WATERLOO">
            <a:extLst>
              <a:ext uri="{FF2B5EF4-FFF2-40B4-BE49-F238E27FC236}">
                <a16:creationId xmlns:a16="http://schemas.microsoft.com/office/drawing/2014/main" id="{FCFDD05C-CFF5-CF47-A687-3431ABD7FE58}"/>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187315" y="4854114"/>
            <a:ext cx="1817370" cy="514350"/>
          </a:xfrm>
          <a:prstGeom prst="rect">
            <a:avLst/>
          </a:prstGeom>
        </p:spPr>
      </p:pic>
      <p:pic>
        <p:nvPicPr>
          <p:cNvPr id="17" name="Picture 16">
            <a:extLst>
              <a:ext uri="{FF2B5EF4-FFF2-40B4-BE49-F238E27FC236}">
                <a16:creationId xmlns:a16="http://schemas.microsoft.com/office/drawing/2014/main" id="{D1A4915D-20EF-744C-9438-494A1492CEF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237482" y="5539328"/>
            <a:ext cx="3717036" cy="243459"/>
          </a:xfrm>
          <a:prstGeom prst="rect">
            <a:avLst/>
          </a:prstGeom>
        </p:spPr>
      </p:pic>
      <p:grpSp>
        <p:nvGrpSpPr>
          <p:cNvPr id="2" name="Group 1">
            <a:extLst>
              <a:ext uri="{FF2B5EF4-FFF2-40B4-BE49-F238E27FC236}">
                <a16:creationId xmlns:a16="http://schemas.microsoft.com/office/drawing/2014/main" id="{B75DF353-E711-FD06-2BC9-02E001115FF7}"/>
              </a:ex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3" name="Rectangle 2">
              <a:extLst>
                <a:ext uri="{FF2B5EF4-FFF2-40B4-BE49-F238E27FC236}">
                  <a16:creationId xmlns:a16="http://schemas.microsoft.com/office/drawing/2014/main" id="{752135F1-5F0B-022C-24E1-92BCCAFEAD7A}"/>
                </a:ext>
              </a:extLst>
            </p:cNvPr>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4CF3AAC-E6FE-108F-365E-A91EDC95FC27}"/>
                </a:ext>
              </a:extLst>
            </p:cNvPr>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CF2848B-F4BD-632C-7B54-60AC03C02DAE}"/>
                </a:ext>
              </a:extLst>
            </p:cNvPr>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AE033AE-B01C-2EEB-E9E7-E0D16429A4CC}"/>
                </a:ext>
              </a:extLst>
            </p:cNvPr>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A42D386-8910-C807-C8E9-C45E019F4D9F}"/>
                </a:ext>
              </a:extLst>
            </p:cNvPr>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002441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University of Waterloo Faculty of Environment logo">
            <a:extLst>
              <a:ext uri="{FF2B5EF4-FFF2-40B4-BE49-F238E27FC236}">
                <a16:creationId xmlns:a16="http://schemas.microsoft.com/office/drawing/2014/main" id="{CA7AF12E-1CF2-C24A-A423-AA4785B34893}"/>
              </a:ext>
            </a:extLst>
          </p:cNvPr>
          <p:cNvPicPr>
            <a:picLocks noChangeAspect="1"/>
          </p:cNvPicPr>
          <p:nvPr userDrawn="1"/>
        </p:nvPicPr>
        <p:blipFill>
          <a:blip r:embed="rId24" cstate="hqprint">
            <a:extLst>
              <a:ext uri="{28A0092B-C50C-407E-A947-70E740481C1C}">
                <a14:useLocalDpi xmlns:a14="http://schemas.microsoft.com/office/drawing/2010/main" val="0"/>
              </a:ext>
            </a:extLst>
          </a:blip>
          <a:srcRect/>
          <a:stretch/>
        </p:blipFill>
        <p:spPr>
          <a:xfrm>
            <a:off x="8879998" y="5994507"/>
            <a:ext cx="3312001" cy="896718"/>
          </a:xfrm>
          <a:prstGeom prst="rect">
            <a:avLst/>
          </a:prstGeom>
        </p:spPr>
      </p:pic>
      <p:sp>
        <p:nvSpPr>
          <p:cNvPr id="2" name="Title Placeholder 1"/>
          <p:cNvSpPr>
            <a:spLocks noGrp="1"/>
          </p:cNvSpPr>
          <p:nvPr>
            <p:ph type="title"/>
          </p:nvPr>
        </p:nvSpPr>
        <p:spPr>
          <a:xfrm>
            <a:off x="259883" y="434108"/>
            <a:ext cx="11569729" cy="89592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59882" y="1413163"/>
            <a:ext cx="11569729"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38014" y="6335309"/>
            <a:ext cx="1181114"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5FDFC970-B950-4395-A833-47227D4A68CA}" type="datetime1">
              <a:rPr lang="en-US" smtClean="0"/>
              <a:t>7/4/2026</a:t>
            </a:fld>
            <a:endParaRPr lang="en-US"/>
          </a:p>
        </p:txBody>
      </p:sp>
      <p:sp>
        <p:nvSpPr>
          <p:cNvPr id="5" name="Footer Placeholder 4"/>
          <p:cNvSpPr>
            <a:spLocks noGrp="1"/>
          </p:cNvSpPr>
          <p:nvPr>
            <p:ph type="ftr" sz="quarter" idx="3"/>
          </p:nvPr>
        </p:nvSpPr>
        <p:spPr>
          <a:xfrm>
            <a:off x="259882" y="6335309"/>
            <a:ext cx="5226517" cy="250337"/>
          </a:xfrm>
          <a:prstGeom prst="rect">
            <a:avLst/>
          </a:prstGeom>
        </p:spPr>
        <p:txBody>
          <a:bodyPr vert="horz" lIns="91440" tIns="45720" rIns="91440" bIns="45720" rtlCol="0" anchor="ctr"/>
          <a:lstStyle>
            <a:lvl1pPr algn="l">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PRESENTATION TITLE</a:t>
            </a:r>
          </a:p>
        </p:txBody>
      </p:sp>
      <p:sp>
        <p:nvSpPr>
          <p:cNvPr id="6" name="Slide Number Placeholder 5"/>
          <p:cNvSpPr>
            <a:spLocks noGrp="1"/>
          </p:cNvSpPr>
          <p:nvPr>
            <p:ph type="sldNum" sz="quarter" idx="4"/>
          </p:nvPr>
        </p:nvSpPr>
        <p:spPr>
          <a:xfrm>
            <a:off x="5588000" y="6335309"/>
            <a:ext cx="1016000" cy="250337"/>
          </a:xfrm>
          <a:prstGeom prst="rect">
            <a:avLst/>
          </a:prstGeom>
        </p:spPr>
        <p:txBody>
          <a:bodyPr vert="horz" lIns="91440" tIns="45720" rIns="91440" bIns="45720" rtlCol="0" anchor="ctr"/>
          <a:lstStyle>
            <a:lvl1pPr algn="ctr">
              <a:defRPr sz="10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r>
              <a:rPr lang="en-US"/>
              <a:t>PG. </a:t>
            </a:r>
            <a:fld id="{93005692-73BE-493E-93AB-ECD6027A7652}" type="slidenum">
              <a:rPr lang="en-US" smtClean="0"/>
              <a:pPr/>
              <a:t>‹#›</a:t>
            </a:fld>
            <a:endParaRPr lang="en-US"/>
          </a:p>
        </p:txBody>
      </p:sp>
      <p:grpSp>
        <p:nvGrpSpPr>
          <p:cNvPr id="14" name="Group 13">
            <a:extLst>
              <a:ext uri="{C183D7F6-B498-43B3-948B-1728B52AA6E4}">
                <adec:decorative xmlns:adec="http://schemas.microsoft.com/office/drawing/2017/decorative" val="1"/>
              </a:ext>
            </a:extLst>
          </p:cNvPr>
          <p:cNvGrpSpPr/>
          <p:nvPr userDrawn="1"/>
        </p:nvGrpSpPr>
        <p:grpSpPr>
          <a:xfrm>
            <a:off x="0" y="0"/>
            <a:ext cx="12192000" cy="397164"/>
            <a:chOff x="0" y="0"/>
            <a:chExt cx="12192000" cy="397164"/>
          </a:xfrm>
        </p:grpSpPr>
        <p:sp>
          <p:nvSpPr>
            <p:cNvPr id="21" name="Rectangle 20"/>
            <p:cNvSpPr/>
            <p:nvPr userDrawn="1"/>
          </p:nvSpPr>
          <p:spPr>
            <a:xfrm>
              <a:off x="1" y="198582"/>
              <a:ext cx="3082197" cy="19858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3050818" y="198582"/>
              <a:ext cx="3047061" cy="198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6097879" y="198582"/>
              <a:ext cx="3047061" cy="1985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userDrawn="1"/>
          </p:nvSpPr>
          <p:spPr>
            <a:xfrm>
              <a:off x="9144939" y="198582"/>
              <a:ext cx="3047061" cy="1985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userDrawn="1"/>
          </p:nvSpPr>
          <p:spPr>
            <a:xfrm>
              <a:off x="0" y="0"/>
              <a:ext cx="12191999" cy="198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2" r:id="rId21"/>
    <p:sldLayoutId id="2147483723" r:id="rId22"/>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dt="0"/>
  <p:txStyles>
    <p:titleStyle>
      <a:lvl1pPr algn="l" defTabSz="914400" rtl="0" eaLnBrk="1" latinLnBrk="0" hangingPunct="1">
        <a:lnSpc>
          <a:spcPct val="85000"/>
        </a:lnSpc>
        <a:spcBef>
          <a:spcPct val="0"/>
        </a:spcBef>
        <a:buNone/>
        <a:defRPr sz="3600" b="1" kern="1200" spc="50" baseline="0">
          <a:solidFill>
            <a:schemeClr val="tx1"/>
          </a:solidFill>
          <a:latin typeface="+mj-lt"/>
          <a:ea typeface="+mj-ea"/>
          <a:cs typeface="+mj-cs"/>
        </a:defRPr>
      </a:lvl1pPr>
    </p:titleStyle>
    <p:bodyStyle>
      <a:lvl1pPr marL="288925" indent="-288925" algn="l" defTabSz="914400"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Hi8CIa5jlrI&amp;t=28s"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hyperlink" Target="https://www.youtube.com/watch?v=MNxJFac-lb8"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77039" y="1152939"/>
            <a:ext cx="9637921" cy="2493117"/>
          </a:xfrm>
        </p:spPr>
        <p:txBody>
          <a:bodyPr/>
          <a:lstStyle/>
          <a:p>
            <a:pPr algn="ctr"/>
            <a:r>
              <a:rPr lang="en-CA"/>
              <a:t>Essential considerations for developing a “truly” sustainable design </a:t>
            </a:r>
            <a:endParaRPr lang="en-US"/>
          </a:p>
        </p:txBody>
      </p:sp>
      <p:sp>
        <p:nvSpPr>
          <p:cNvPr id="3" name="Subtitle 2"/>
          <p:cNvSpPr>
            <a:spLocks noGrp="1"/>
          </p:cNvSpPr>
          <p:nvPr>
            <p:ph type="subTitle" idx="1"/>
          </p:nvPr>
        </p:nvSpPr>
        <p:spPr/>
        <p:txBody>
          <a:bodyPr>
            <a:normAutofit/>
          </a:bodyPr>
          <a:lstStyle/>
          <a:p>
            <a:r>
              <a:rPr lang="en-US"/>
              <a:t>Isra Saeed,</a:t>
            </a:r>
            <a:br>
              <a:rPr lang="en-US"/>
            </a:br>
            <a:r>
              <a:rPr lang="en-US"/>
              <a:t>PhD Candidate in Sustainability Management</a:t>
            </a:r>
          </a:p>
        </p:txBody>
      </p:sp>
    </p:spTree>
    <p:extLst>
      <p:ext uri="{BB962C8B-B14F-4D97-AF65-F5344CB8AC3E}">
        <p14:creationId xmlns:p14="http://schemas.microsoft.com/office/powerpoint/2010/main" val="1148636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60B4C-171C-73ED-D64F-5EF5BDBA0195}"/>
              </a:ext>
            </a:extLst>
          </p:cNvPr>
          <p:cNvSpPr>
            <a:spLocks noGrp="1"/>
          </p:cNvSpPr>
          <p:nvPr>
            <p:ph type="title"/>
          </p:nvPr>
        </p:nvSpPr>
        <p:spPr/>
        <p:txBody>
          <a:bodyPr/>
          <a:lstStyle/>
          <a:p>
            <a:r>
              <a:rPr lang="en-US"/>
              <a:t>About me</a:t>
            </a:r>
          </a:p>
        </p:txBody>
      </p:sp>
      <p:sp>
        <p:nvSpPr>
          <p:cNvPr id="3" name="Content Placeholder 2">
            <a:extLst>
              <a:ext uri="{FF2B5EF4-FFF2-40B4-BE49-F238E27FC236}">
                <a16:creationId xmlns:a16="http://schemas.microsoft.com/office/drawing/2014/main" id="{B31905FA-A3E1-B8F9-B551-2E3AE67AD3AF}"/>
              </a:ext>
            </a:extLst>
          </p:cNvPr>
          <p:cNvSpPr>
            <a:spLocks noGrp="1"/>
          </p:cNvSpPr>
          <p:nvPr>
            <p:ph idx="1"/>
          </p:nvPr>
        </p:nvSpPr>
        <p:spPr>
          <a:xfrm>
            <a:off x="259882" y="1413163"/>
            <a:ext cx="11569729" cy="4595117"/>
          </a:xfrm>
        </p:spPr>
        <p:txBody>
          <a:bodyPr/>
          <a:lstStyle/>
          <a:p>
            <a:pPr>
              <a:lnSpc>
                <a:spcPct val="150000"/>
              </a:lnSpc>
            </a:pPr>
            <a:r>
              <a:rPr lang="en-CA"/>
              <a:t>PhD Candidate in Sustainability Management</a:t>
            </a:r>
          </a:p>
          <a:p>
            <a:pPr>
              <a:lnSpc>
                <a:spcPct val="150000"/>
              </a:lnSpc>
            </a:pPr>
            <a:r>
              <a:rPr lang="en-CA"/>
              <a:t>Master of Electrical Engineering (MEng) specialization in Sustainable Energy</a:t>
            </a:r>
          </a:p>
          <a:p>
            <a:pPr>
              <a:lnSpc>
                <a:spcPct val="150000"/>
              </a:lnSpc>
            </a:pPr>
            <a:r>
              <a:rPr lang="en-US"/>
              <a:t>Engineering </a:t>
            </a:r>
            <a:r>
              <a:rPr lang="en-US">
                <a:sym typeface="Wingdings" panose="05000000000000000000" pitchFamily="2" charset="2"/>
              </a:rPr>
              <a:t> Social Sciences </a:t>
            </a:r>
          </a:p>
          <a:p>
            <a:pPr>
              <a:lnSpc>
                <a:spcPct val="150000"/>
              </a:lnSpc>
            </a:pPr>
            <a:r>
              <a:rPr lang="en-US">
                <a:sym typeface="Wingdings" panose="05000000000000000000" pitchFamily="2" charset="2"/>
              </a:rPr>
              <a:t>Study the socioeconomic impacts of electricity sector transformations </a:t>
            </a:r>
          </a:p>
          <a:p>
            <a:pPr>
              <a:lnSpc>
                <a:spcPct val="150000"/>
              </a:lnSpc>
            </a:pPr>
            <a:r>
              <a:rPr lang="en-US">
                <a:sym typeface="Wingdings" panose="05000000000000000000" pitchFamily="2" charset="2"/>
              </a:rPr>
              <a:t>Public enemy #1 today  cheering for </a:t>
            </a:r>
            <a:r>
              <a:rPr lang="en-US"/>
              <a:t>Morocco</a:t>
            </a:r>
            <a:br>
              <a:rPr lang="en-US">
                <a:sym typeface="Wingdings" panose="05000000000000000000" pitchFamily="2" charset="2"/>
              </a:rPr>
            </a:br>
            <a:endParaRPr lang="en-US"/>
          </a:p>
        </p:txBody>
      </p:sp>
      <p:sp>
        <p:nvSpPr>
          <p:cNvPr id="4" name="Footer Placeholder 3">
            <a:extLst>
              <a:ext uri="{FF2B5EF4-FFF2-40B4-BE49-F238E27FC236}">
                <a16:creationId xmlns:a16="http://schemas.microsoft.com/office/drawing/2014/main" id="{DECE7F1A-54C7-B897-3692-49EB805373F0}"/>
              </a:ext>
            </a:extLst>
          </p:cNvPr>
          <p:cNvSpPr>
            <a:spLocks noGrp="1"/>
          </p:cNvSpPr>
          <p:nvPr>
            <p:ph type="ftr" sz="quarter" idx="11"/>
          </p:nvPr>
        </p:nvSpPr>
        <p:spPr/>
        <p:txBody>
          <a:bodyPr/>
          <a:lstStyle/>
          <a:p>
            <a:r>
              <a:rPr lang="en-CA"/>
              <a:t>Essential considerations for developing a “truly” sustainable design </a:t>
            </a:r>
            <a:endParaRPr lang="en-US"/>
          </a:p>
        </p:txBody>
      </p:sp>
      <p:sp>
        <p:nvSpPr>
          <p:cNvPr id="5" name="Slide Number Placeholder 4">
            <a:extLst>
              <a:ext uri="{FF2B5EF4-FFF2-40B4-BE49-F238E27FC236}">
                <a16:creationId xmlns:a16="http://schemas.microsoft.com/office/drawing/2014/main" id="{DE7B551B-9D38-A671-60A1-D278A738896E}"/>
              </a:ext>
            </a:extLst>
          </p:cNvPr>
          <p:cNvSpPr>
            <a:spLocks noGrp="1"/>
          </p:cNvSpPr>
          <p:nvPr>
            <p:ph type="sldNum" sz="quarter" idx="12"/>
          </p:nvPr>
        </p:nvSpPr>
        <p:spPr/>
        <p:txBody>
          <a:bodyPr/>
          <a:lstStyle/>
          <a:p>
            <a:r>
              <a:rPr lang="en-US"/>
              <a:t>PG. </a:t>
            </a:r>
            <a:fld id="{93005692-73BE-493E-93AB-ECD6027A7652}" type="slidenum">
              <a:rPr lang="en-US" smtClean="0"/>
              <a:pPr/>
              <a:t>2</a:t>
            </a:fld>
            <a:endParaRPr lang="en-US"/>
          </a:p>
        </p:txBody>
      </p:sp>
    </p:spTree>
    <p:extLst>
      <p:ext uri="{BB962C8B-B14F-4D97-AF65-F5344CB8AC3E}">
        <p14:creationId xmlns:p14="http://schemas.microsoft.com/office/powerpoint/2010/main" val="36254878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FFEAC-F764-04A4-6F70-307D39B80B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85AEF8C-E2A5-8A8D-193D-1AB43409CF7A}"/>
              </a:ext>
            </a:extLst>
          </p:cNvPr>
          <p:cNvSpPr>
            <a:spLocks noGrp="1"/>
          </p:cNvSpPr>
          <p:nvPr>
            <p:ph type="title"/>
          </p:nvPr>
        </p:nvSpPr>
        <p:spPr>
          <a:xfrm>
            <a:off x="297281" y="1997765"/>
            <a:ext cx="11597438" cy="2643809"/>
          </a:xfrm>
        </p:spPr>
        <p:txBody>
          <a:bodyPr>
            <a:normAutofit/>
          </a:bodyPr>
          <a:lstStyle/>
          <a:p>
            <a:r>
              <a:rPr lang="en-US"/>
              <a:t>is there a Difference between the words </a:t>
            </a:r>
            <a:br>
              <a:rPr lang="en-US"/>
            </a:br>
            <a:r>
              <a:rPr lang="en-US"/>
              <a:t>‘</a:t>
            </a:r>
            <a:r>
              <a:rPr lang="en-US">
                <a:solidFill>
                  <a:schemeClr val="accent5"/>
                </a:solidFill>
              </a:rPr>
              <a:t>Environmental</a:t>
            </a:r>
            <a:r>
              <a:rPr lang="en-US"/>
              <a:t>’ and ‘</a:t>
            </a:r>
            <a:r>
              <a:rPr lang="en-US">
                <a:solidFill>
                  <a:schemeClr val="accent5"/>
                </a:solidFill>
              </a:rPr>
              <a:t>Sustainable</a:t>
            </a:r>
            <a:r>
              <a:rPr lang="en-US"/>
              <a:t>’?</a:t>
            </a:r>
          </a:p>
        </p:txBody>
      </p:sp>
      <p:sp>
        <p:nvSpPr>
          <p:cNvPr id="4" name="Footer Placeholder 3">
            <a:extLst>
              <a:ext uri="{FF2B5EF4-FFF2-40B4-BE49-F238E27FC236}">
                <a16:creationId xmlns:a16="http://schemas.microsoft.com/office/drawing/2014/main" id="{03A46A36-FB30-4A5D-2EE0-7FC09AC4AA71}"/>
              </a:ext>
            </a:extLst>
          </p:cNvPr>
          <p:cNvSpPr>
            <a:spLocks noGrp="1"/>
          </p:cNvSpPr>
          <p:nvPr>
            <p:ph type="ftr" sz="quarter" idx="11"/>
          </p:nvPr>
        </p:nvSpPr>
        <p:spPr/>
        <p:txBody>
          <a:bodyPr/>
          <a:lstStyle/>
          <a:p>
            <a:r>
              <a:rPr lang="en-CA"/>
              <a:t>Essential considerations for developing a “truly” sustainable design </a:t>
            </a:r>
            <a:endParaRPr lang="en-US"/>
          </a:p>
        </p:txBody>
      </p:sp>
      <p:sp>
        <p:nvSpPr>
          <p:cNvPr id="5" name="Slide Number Placeholder 4">
            <a:extLst>
              <a:ext uri="{FF2B5EF4-FFF2-40B4-BE49-F238E27FC236}">
                <a16:creationId xmlns:a16="http://schemas.microsoft.com/office/drawing/2014/main" id="{E8E4546B-7D15-489A-0FE7-6ADE93F8CE53}"/>
              </a:ext>
            </a:extLst>
          </p:cNvPr>
          <p:cNvSpPr>
            <a:spLocks noGrp="1"/>
          </p:cNvSpPr>
          <p:nvPr>
            <p:ph type="sldNum" sz="quarter" idx="12"/>
          </p:nvPr>
        </p:nvSpPr>
        <p:spPr/>
        <p:txBody>
          <a:bodyPr/>
          <a:lstStyle/>
          <a:p>
            <a:r>
              <a:rPr lang="en-US"/>
              <a:t>PG. </a:t>
            </a:r>
            <a:fld id="{93005692-73BE-493E-93AB-ECD6027A7652}" type="slidenum">
              <a:rPr lang="en-US" smtClean="0"/>
              <a:pPr/>
              <a:t>3</a:t>
            </a:fld>
            <a:endParaRPr lang="en-US"/>
          </a:p>
        </p:txBody>
      </p:sp>
    </p:spTree>
    <p:extLst>
      <p:ext uri="{BB962C8B-B14F-4D97-AF65-F5344CB8AC3E}">
        <p14:creationId xmlns:p14="http://schemas.microsoft.com/office/powerpoint/2010/main" val="6944734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ED4C8-FB08-2843-1C3B-B33C54672F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10E93B-4A9B-7FCF-87AD-A723D6F5D20B}"/>
              </a:ext>
            </a:extLst>
          </p:cNvPr>
          <p:cNvSpPr>
            <a:spLocks noGrp="1"/>
          </p:cNvSpPr>
          <p:nvPr>
            <p:ph type="title"/>
          </p:nvPr>
        </p:nvSpPr>
        <p:spPr>
          <a:xfrm>
            <a:off x="2851890" y="434108"/>
            <a:ext cx="6385711" cy="979055"/>
          </a:xfrm>
        </p:spPr>
        <p:txBody>
          <a:bodyPr>
            <a:normAutofit fontScale="90000"/>
          </a:bodyPr>
          <a:lstStyle/>
          <a:p>
            <a:pPr algn="ctr"/>
            <a:r>
              <a:rPr lang="en-US"/>
              <a:t>Is there a difference between the words ‘</a:t>
            </a:r>
            <a:r>
              <a:rPr lang="en-US">
                <a:solidFill>
                  <a:schemeClr val="accent5"/>
                </a:solidFill>
              </a:rPr>
              <a:t>environmental</a:t>
            </a:r>
            <a:r>
              <a:rPr lang="en-US"/>
              <a:t>’ and ‘</a:t>
            </a:r>
            <a:r>
              <a:rPr lang="en-US">
                <a:solidFill>
                  <a:schemeClr val="accent5"/>
                </a:solidFill>
              </a:rPr>
              <a:t>sustainable</a:t>
            </a:r>
            <a:r>
              <a:rPr lang="en-US"/>
              <a:t>’?</a:t>
            </a:r>
          </a:p>
        </p:txBody>
      </p:sp>
      <p:pic>
        <p:nvPicPr>
          <p:cNvPr id="5" name="Content Placeholder 4">
            <a:extLst>
              <a:ext uri="{FF2B5EF4-FFF2-40B4-BE49-F238E27FC236}">
                <a16:creationId xmlns:a16="http://schemas.microsoft.com/office/drawing/2014/main" id="{A139E389-8C22-0AA3-11A4-50A3FF93629D}"/>
              </a:ext>
            </a:extLst>
          </p:cNvPr>
          <p:cNvPicPr>
            <a:picLocks noGrp="1" noChangeAspect="1"/>
          </p:cNvPicPr>
          <p:nvPr>
            <p:ph idx="1"/>
          </p:nvPr>
        </p:nvPicPr>
        <p:blipFill>
          <a:blip r:embed="rId3"/>
          <a:stretch>
            <a:fillRect/>
          </a:stretch>
        </p:blipFill>
        <p:spPr>
          <a:xfrm>
            <a:off x="809974" y="1413163"/>
            <a:ext cx="3612451" cy="4595813"/>
          </a:xfrm>
          <a:prstGeom prst="rect">
            <a:avLst/>
          </a:prstGeom>
        </p:spPr>
      </p:pic>
      <p:sp>
        <p:nvSpPr>
          <p:cNvPr id="6" name="Footer Placeholder 5">
            <a:extLst>
              <a:ext uri="{FF2B5EF4-FFF2-40B4-BE49-F238E27FC236}">
                <a16:creationId xmlns:a16="http://schemas.microsoft.com/office/drawing/2014/main" id="{22062239-1CC2-F450-70F6-E4BFC100D24A}"/>
              </a:ext>
            </a:extLst>
          </p:cNvPr>
          <p:cNvSpPr>
            <a:spLocks noGrp="1"/>
          </p:cNvSpPr>
          <p:nvPr>
            <p:ph type="ftr" sz="quarter" idx="11"/>
          </p:nvPr>
        </p:nvSpPr>
        <p:spPr/>
        <p:txBody>
          <a:bodyPr/>
          <a:lstStyle/>
          <a:p>
            <a:r>
              <a:rPr lang="en-CA" dirty="0"/>
              <a:t>Essential considerations for developing a “truly” sustainable design </a:t>
            </a:r>
            <a:endParaRPr lang="en-US" dirty="0"/>
          </a:p>
        </p:txBody>
      </p:sp>
      <p:sp>
        <p:nvSpPr>
          <p:cNvPr id="7" name="Slide Number Placeholder 6">
            <a:extLst>
              <a:ext uri="{FF2B5EF4-FFF2-40B4-BE49-F238E27FC236}">
                <a16:creationId xmlns:a16="http://schemas.microsoft.com/office/drawing/2014/main" id="{7DCC88A8-2ECD-B4A8-3EBF-34FDC9AADA78}"/>
              </a:ext>
            </a:extLst>
          </p:cNvPr>
          <p:cNvSpPr>
            <a:spLocks noGrp="1"/>
          </p:cNvSpPr>
          <p:nvPr>
            <p:ph type="sldNum" sz="quarter" idx="12"/>
          </p:nvPr>
        </p:nvSpPr>
        <p:spPr/>
        <p:txBody>
          <a:bodyPr/>
          <a:lstStyle/>
          <a:p>
            <a:r>
              <a:rPr lang="en-US"/>
              <a:t>PG. </a:t>
            </a:r>
            <a:fld id="{93005692-73BE-493E-93AB-ECD6027A7652}" type="slidenum">
              <a:rPr lang="en-US" smtClean="0"/>
              <a:pPr/>
              <a:t>4</a:t>
            </a:fld>
            <a:endParaRPr lang="en-US"/>
          </a:p>
        </p:txBody>
      </p:sp>
      <p:sp>
        <p:nvSpPr>
          <p:cNvPr id="10" name="TextBox 9">
            <a:extLst>
              <a:ext uri="{FF2B5EF4-FFF2-40B4-BE49-F238E27FC236}">
                <a16:creationId xmlns:a16="http://schemas.microsoft.com/office/drawing/2014/main" id="{EA39138A-98DE-AA42-B512-CAA7595F0241}"/>
              </a:ext>
            </a:extLst>
          </p:cNvPr>
          <p:cNvSpPr txBox="1"/>
          <p:nvPr/>
        </p:nvSpPr>
        <p:spPr>
          <a:xfrm>
            <a:off x="5128591" y="2196548"/>
            <a:ext cx="6689035" cy="3908762"/>
          </a:xfrm>
          <a:prstGeom prst="rect">
            <a:avLst/>
          </a:prstGeom>
          <a:noFill/>
        </p:spPr>
        <p:txBody>
          <a:bodyPr wrap="square" rtlCol="0">
            <a:spAutoFit/>
          </a:bodyPr>
          <a:lstStyle/>
          <a:p>
            <a:r>
              <a:rPr lang="en-CA" sz="2800" dirty="0"/>
              <a:t>“</a:t>
            </a:r>
            <a:r>
              <a:rPr lang="en-CA" sz="2800" dirty="0">
                <a:solidFill>
                  <a:schemeClr val="accent5"/>
                </a:solidFill>
              </a:rPr>
              <a:t>Sustainability</a:t>
            </a:r>
            <a:r>
              <a:rPr lang="en-CA" sz="2800" dirty="0"/>
              <a:t> refers to maintaining the integrated health of the environment, society, and economy for today and into the future. While this report focuses primarily on environmental indicators, it recognizes that there are mutually reinforcing connections with financial and social sustainability.” </a:t>
            </a:r>
            <a:r>
              <a:rPr lang="en-CA" dirty="0"/>
              <a:t>source: (Office of Sustainability University of Waterloo, 2025, p. 5)</a:t>
            </a:r>
            <a:endParaRPr lang="en-US" dirty="0"/>
          </a:p>
        </p:txBody>
      </p:sp>
    </p:spTree>
    <p:extLst>
      <p:ext uri="{BB962C8B-B14F-4D97-AF65-F5344CB8AC3E}">
        <p14:creationId xmlns:p14="http://schemas.microsoft.com/office/powerpoint/2010/main" val="13714079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1890" y="434108"/>
            <a:ext cx="6385711" cy="979055"/>
          </a:xfrm>
        </p:spPr>
        <p:txBody>
          <a:bodyPr>
            <a:normAutofit fontScale="90000"/>
          </a:bodyPr>
          <a:lstStyle/>
          <a:p>
            <a:pPr algn="ctr"/>
            <a:r>
              <a:rPr lang="en-US"/>
              <a:t>Is there a difference between the words ‘</a:t>
            </a:r>
            <a:r>
              <a:rPr lang="en-US">
                <a:solidFill>
                  <a:schemeClr val="accent5"/>
                </a:solidFill>
              </a:rPr>
              <a:t>environmental</a:t>
            </a:r>
            <a:r>
              <a:rPr lang="en-US"/>
              <a:t>’ and ‘</a:t>
            </a:r>
            <a:r>
              <a:rPr lang="en-US">
                <a:solidFill>
                  <a:schemeClr val="accent5"/>
                </a:solidFill>
              </a:rPr>
              <a:t>sustainable</a:t>
            </a:r>
            <a:r>
              <a:rPr lang="en-US"/>
              <a:t>’?</a:t>
            </a:r>
          </a:p>
        </p:txBody>
      </p:sp>
      <p:pic>
        <p:nvPicPr>
          <p:cNvPr id="5" name="Content Placeholder 4">
            <a:extLst>
              <a:ext uri="{FF2B5EF4-FFF2-40B4-BE49-F238E27FC236}">
                <a16:creationId xmlns:a16="http://schemas.microsoft.com/office/drawing/2014/main" id="{E9C511E5-4994-13E7-D6E6-5C3F0B3D4888}"/>
              </a:ext>
            </a:extLst>
          </p:cNvPr>
          <p:cNvPicPr>
            <a:picLocks noGrp="1" noChangeAspect="1"/>
          </p:cNvPicPr>
          <p:nvPr>
            <p:ph idx="1"/>
          </p:nvPr>
        </p:nvPicPr>
        <p:blipFill>
          <a:blip r:embed="rId3"/>
          <a:stretch>
            <a:fillRect/>
          </a:stretch>
        </p:blipFill>
        <p:spPr>
          <a:xfrm>
            <a:off x="809974" y="1413163"/>
            <a:ext cx="3612451" cy="4595813"/>
          </a:xfrm>
          <a:prstGeom prst="rect">
            <a:avLst/>
          </a:prstGeom>
        </p:spPr>
      </p:pic>
      <p:sp>
        <p:nvSpPr>
          <p:cNvPr id="6" name="Footer Placeholder 5"/>
          <p:cNvSpPr>
            <a:spLocks noGrp="1"/>
          </p:cNvSpPr>
          <p:nvPr>
            <p:ph type="ftr" sz="quarter" idx="11"/>
          </p:nvPr>
        </p:nvSpPr>
        <p:spPr/>
        <p:txBody>
          <a:bodyPr/>
          <a:lstStyle/>
          <a:p>
            <a:r>
              <a:rPr lang="en-CA"/>
              <a:t>Essential considerations for developing a “truly” sustainable design </a:t>
            </a:r>
            <a:endParaRPr lang="en-US"/>
          </a:p>
        </p:txBody>
      </p:sp>
      <p:sp>
        <p:nvSpPr>
          <p:cNvPr id="7" name="Slide Number Placeholder 6"/>
          <p:cNvSpPr>
            <a:spLocks noGrp="1"/>
          </p:cNvSpPr>
          <p:nvPr>
            <p:ph type="sldNum" sz="quarter" idx="12"/>
          </p:nvPr>
        </p:nvSpPr>
        <p:spPr/>
        <p:txBody>
          <a:bodyPr/>
          <a:lstStyle/>
          <a:p>
            <a:r>
              <a:rPr lang="en-US"/>
              <a:t>PG. </a:t>
            </a:r>
            <a:fld id="{93005692-73BE-493E-93AB-ECD6027A7652}" type="slidenum">
              <a:rPr lang="en-US" smtClean="0"/>
              <a:pPr/>
              <a:t>5</a:t>
            </a:fld>
            <a:endParaRPr lang="en-US"/>
          </a:p>
        </p:txBody>
      </p:sp>
      <p:sp>
        <p:nvSpPr>
          <p:cNvPr id="10" name="TextBox 9">
            <a:extLst>
              <a:ext uri="{FF2B5EF4-FFF2-40B4-BE49-F238E27FC236}">
                <a16:creationId xmlns:a16="http://schemas.microsoft.com/office/drawing/2014/main" id="{51384E57-3E79-05D0-E905-A040BE22635B}"/>
              </a:ext>
            </a:extLst>
          </p:cNvPr>
          <p:cNvSpPr txBox="1"/>
          <p:nvPr/>
        </p:nvSpPr>
        <p:spPr>
          <a:xfrm>
            <a:off x="5128591" y="2196548"/>
            <a:ext cx="6689035" cy="3816429"/>
          </a:xfrm>
          <a:prstGeom prst="rect">
            <a:avLst/>
          </a:prstGeom>
          <a:noFill/>
        </p:spPr>
        <p:txBody>
          <a:bodyPr wrap="square" rtlCol="0">
            <a:spAutoFit/>
          </a:bodyPr>
          <a:lstStyle/>
          <a:p>
            <a:r>
              <a:rPr lang="en-CA" sz="2800" dirty="0"/>
              <a:t>“</a:t>
            </a:r>
            <a:r>
              <a:rPr lang="en-CA" sz="2800" dirty="0">
                <a:solidFill>
                  <a:schemeClr val="accent5"/>
                </a:solidFill>
              </a:rPr>
              <a:t>Sustainability</a:t>
            </a:r>
            <a:r>
              <a:rPr lang="en-CA" sz="2800" dirty="0"/>
              <a:t> refers to maintaining the integrated health of the </a:t>
            </a:r>
            <a:r>
              <a:rPr lang="en-CA" sz="2800" dirty="0">
                <a:highlight>
                  <a:srgbClr val="FFEA3D"/>
                </a:highlight>
              </a:rPr>
              <a:t>environment, society, and economy</a:t>
            </a:r>
            <a:r>
              <a:rPr lang="en-CA" sz="2800" dirty="0"/>
              <a:t> for today and into the future. While this report focuses primarily on environmental indicators, it recognizes that there are mutually reinforcing connections with financial and social sustainability.” </a:t>
            </a:r>
            <a:r>
              <a:rPr kumimoji="0" lang="en-CA" sz="1800" b="0" i="0" u="none" strike="noStrike" kern="1200" cap="none" spc="0" normalizeH="0" baseline="0" noProof="0" dirty="0">
                <a:ln>
                  <a:noFill/>
                </a:ln>
                <a:solidFill>
                  <a:srgbClr val="000000"/>
                </a:solidFill>
                <a:effectLst/>
                <a:uLnTx/>
                <a:uFillTx/>
                <a:latin typeface="Georgia"/>
                <a:ea typeface="+mn-ea"/>
                <a:cs typeface="+mn-cs"/>
              </a:rPr>
              <a:t>source: (Office of Sustainability University of Waterloo, 2025, p. 5)</a:t>
            </a:r>
            <a:endParaRPr lang="en-US" dirty="0"/>
          </a:p>
        </p:txBody>
      </p:sp>
    </p:spTree>
    <p:extLst>
      <p:ext uri="{BB962C8B-B14F-4D97-AF65-F5344CB8AC3E}">
        <p14:creationId xmlns:p14="http://schemas.microsoft.com/office/powerpoint/2010/main" val="4432072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60933-3E26-59A9-D947-7676F31507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699157-5D26-C940-CD79-EFDAE5E0E37A}"/>
              </a:ext>
            </a:extLst>
          </p:cNvPr>
          <p:cNvSpPr>
            <a:spLocks noGrp="1"/>
          </p:cNvSpPr>
          <p:nvPr>
            <p:ph type="title"/>
          </p:nvPr>
        </p:nvSpPr>
        <p:spPr>
          <a:xfrm>
            <a:off x="2851890" y="434108"/>
            <a:ext cx="6385711" cy="979055"/>
          </a:xfrm>
        </p:spPr>
        <p:txBody>
          <a:bodyPr>
            <a:normAutofit fontScale="90000"/>
          </a:bodyPr>
          <a:lstStyle/>
          <a:p>
            <a:pPr algn="ctr"/>
            <a:r>
              <a:rPr lang="en-US"/>
              <a:t>Is there a difference between the words ‘</a:t>
            </a:r>
            <a:r>
              <a:rPr lang="en-US">
                <a:solidFill>
                  <a:schemeClr val="accent5"/>
                </a:solidFill>
              </a:rPr>
              <a:t>environmental</a:t>
            </a:r>
            <a:r>
              <a:rPr lang="en-US"/>
              <a:t>’ and ‘</a:t>
            </a:r>
            <a:r>
              <a:rPr lang="en-US">
                <a:solidFill>
                  <a:schemeClr val="accent5"/>
                </a:solidFill>
              </a:rPr>
              <a:t>sustainable</a:t>
            </a:r>
            <a:r>
              <a:rPr lang="en-US"/>
              <a:t>’?</a:t>
            </a:r>
          </a:p>
        </p:txBody>
      </p:sp>
      <p:pic>
        <p:nvPicPr>
          <p:cNvPr id="5" name="Content Placeholder 4">
            <a:extLst>
              <a:ext uri="{FF2B5EF4-FFF2-40B4-BE49-F238E27FC236}">
                <a16:creationId xmlns:a16="http://schemas.microsoft.com/office/drawing/2014/main" id="{93CAF98D-68DB-E4F9-0AC7-FE2B69D5B980}"/>
              </a:ext>
            </a:extLst>
          </p:cNvPr>
          <p:cNvPicPr>
            <a:picLocks noGrp="1" noChangeAspect="1"/>
          </p:cNvPicPr>
          <p:nvPr>
            <p:ph idx="1"/>
          </p:nvPr>
        </p:nvPicPr>
        <p:blipFill>
          <a:blip r:embed="rId3"/>
          <a:stretch>
            <a:fillRect/>
          </a:stretch>
        </p:blipFill>
        <p:spPr>
          <a:xfrm>
            <a:off x="809974" y="1413163"/>
            <a:ext cx="3612451" cy="4595813"/>
          </a:xfrm>
          <a:prstGeom prst="rect">
            <a:avLst/>
          </a:prstGeom>
        </p:spPr>
      </p:pic>
      <p:sp>
        <p:nvSpPr>
          <p:cNvPr id="6" name="Footer Placeholder 5">
            <a:extLst>
              <a:ext uri="{FF2B5EF4-FFF2-40B4-BE49-F238E27FC236}">
                <a16:creationId xmlns:a16="http://schemas.microsoft.com/office/drawing/2014/main" id="{88A1E416-CCFB-68D9-5A34-C37EAA979C36}"/>
              </a:ext>
            </a:extLst>
          </p:cNvPr>
          <p:cNvSpPr>
            <a:spLocks noGrp="1"/>
          </p:cNvSpPr>
          <p:nvPr>
            <p:ph type="ftr" sz="quarter" idx="11"/>
          </p:nvPr>
        </p:nvSpPr>
        <p:spPr/>
        <p:txBody>
          <a:bodyPr/>
          <a:lstStyle/>
          <a:p>
            <a:r>
              <a:rPr lang="en-CA"/>
              <a:t>Essential considerations for developing a “truly” sustainable design </a:t>
            </a:r>
            <a:endParaRPr lang="en-US"/>
          </a:p>
        </p:txBody>
      </p:sp>
      <p:sp>
        <p:nvSpPr>
          <p:cNvPr id="7" name="Slide Number Placeholder 6">
            <a:extLst>
              <a:ext uri="{FF2B5EF4-FFF2-40B4-BE49-F238E27FC236}">
                <a16:creationId xmlns:a16="http://schemas.microsoft.com/office/drawing/2014/main" id="{FB2B80D2-CA63-A71A-7236-C31D1FE3A2F1}"/>
              </a:ext>
            </a:extLst>
          </p:cNvPr>
          <p:cNvSpPr>
            <a:spLocks noGrp="1"/>
          </p:cNvSpPr>
          <p:nvPr>
            <p:ph type="sldNum" sz="quarter" idx="12"/>
          </p:nvPr>
        </p:nvSpPr>
        <p:spPr/>
        <p:txBody>
          <a:bodyPr/>
          <a:lstStyle/>
          <a:p>
            <a:r>
              <a:rPr lang="en-US"/>
              <a:t>PG. </a:t>
            </a:r>
            <a:fld id="{93005692-73BE-493E-93AB-ECD6027A7652}" type="slidenum">
              <a:rPr lang="en-US" smtClean="0"/>
              <a:pPr/>
              <a:t>6</a:t>
            </a:fld>
            <a:endParaRPr lang="en-US"/>
          </a:p>
        </p:txBody>
      </p:sp>
      <p:sp>
        <p:nvSpPr>
          <p:cNvPr id="10" name="TextBox 9">
            <a:extLst>
              <a:ext uri="{FF2B5EF4-FFF2-40B4-BE49-F238E27FC236}">
                <a16:creationId xmlns:a16="http://schemas.microsoft.com/office/drawing/2014/main" id="{426F07DD-9423-A329-AF2B-53A4F9D9CB9C}"/>
              </a:ext>
            </a:extLst>
          </p:cNvPr>
          <p:cNvSpPr txBox="1"/>
          <p:nvPr/>
        </p:nvSpPr>
        <p:spPr>
          <a:xfrm>
            <a:off x="5128591" y="2196548"/>
            <a:ext cx="6689035" cy="3816429"/>
          </a:xfrm>
          <a:prstGeom prst="rect">
            <a:avLst/>
          </a:prstGeom>
          <a:noFill/>
        </p:spPr>
        <p:txBody>
          <a:bodyPr wrap="square" rtlCol="0">
            <a:spAutoFit/>
          </a:bodyPr>
          <a:lstStyle/>
          <a:p>
            <a:r>
              <a:rPr lang="en-CA" sz="2800" dirty="0"/>
              <a:t>“</a:t>
            </a:r>
            <a:r>
              <a:rPr lang="en-CA" sz="2800" dirty="0">
                <a:solidFill>
                  <a:schemeClr val="accent5"/>
                </a:solidFill>
              </a:rPr>
              <a:t>Sustainability</a:t>
            </a:r>
            <a:r>
              <a:rPr lang="en-CA" sz="2800" dirty="0"/>
              <a:t> refers to maintaining the integrated health of the </a:t>
            </a:r>
            <a:r>
              <a:rPr lang="en-CA" sz="2800" dirty="0">
                <a:highlight>
                  <a:srgbClr val="FFEA3D"/>
                </a:highlight>
              </a:rPr>
              <a:t>environment, society, and economy</a:t>
            </a:r>
            <a:r>
              <a:rPr lang="en-CA" sz="2800" dirty="0"/>
              <a:t> for today and into the future. While this report focuses primarily on environmental indicators, it recognizes that there are </a:t>
            </a:r>
            <a:r>
              <a:rPr lang="en-CA" sz="2800" dirty="0">
                <a:highlight>
                  <a:srgbClr val="00FF00"/>
                </a:highlight>
              </a:rPr>
              <a:t>mutually reinforcing connections </a:t>
            </a:r>
            <a:r>
              <a:rPr lang="en-CA" sz="2800" dirty="0"/>
              <a:t>with financial and social sustainability.” </a:t>
            </a:r>
            <a:r>
              <a:rPr kumimoji="0" lang="en-CA" sz="1800" b="0" i="0" u="none" strike="noStrike" kern="1200" cap="none" spc="0" normalizeH="0" baseline="0" noProof="0" dirty="0">
                <a:ln>
                  <a:noFill/>
                </a:ln>
                <a:solidFill>
                  <a:srgbClr val="000000"/>
                </a:solidFill>
                <a:effectLst/>
                <a:uLnTx/>
                <a:uFillTx/>
                <a:latin typeface="Georgia"/>
                <a:ea typeface="+mn-ea"/>
                <a:cs typeface="+mn-cs"/>
              </a:rPr>
              <a:t>source: (Office of Sustainability University of Waterloo, 2025, p. 5)</a:t>
            </a:r>
            <a:endParaRPr lang="en-US" dirty="0"/>
          </a:p>
        </p:txBody>
      </p:sp>
    </p:spTree>
    <p:extLst>
      <p:ext uri="{BB962C8B-B14F-4D97-AF65-F5344CB8AC3E}">
        <p14:creationId xmlns:p14="http://schemas.microsoft.com/office/powerpoint/2010/main" val="7725269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68726-EB2B-B4BC-30EB-1BCE92D3485D}"/>
              </a:ext>
            </a:extLst>
          </p:cNvPr>
          <p:cNvSpPr>
            <a:spLocks noGrp="1"/>
          </p:cNvSpPr>
          <p:nvPr>
            <p:ph type="title"/>
          </p:nvPr>
        </p:nvSpPr>
        <p:spPr/>
        <p:txBody>
          <a:bodyPr/>
          <a:lstStyle/>
          <a:p>
            <a:r>
              <a:rPr lang="en-US"/>
              <a:t>Three Pillars of Sustainability</a:t>
            </a:r>
          </a:p>
        </p:txBody>
      </p:sp>
      <p:sp>
        <p:nvSpPr>
          <p:cNvPr id="4" name="Footer Placeholder 3">
            <a:extLst>
              <a:ext uri="{FF2B5EF4-FFF2-40B4-BE49-F238E27FC236}">
                <a16:creationId xmlns:a16="http://schemas.microsoft.com/office/drawing/2014/main" id="{9B5B5BB8-684C-64C8-B02E-AFDEE46F19DC}"/>
              </a:ext>
            </a:extLst>
          </p:cNvPr>
          <p:cNvSpPr>
            <a:spLocks noGrp="1"/>
          </p:cNvSpPr>
          <p:nvPr>
            <p:ph type="ftr" sz="quarter" idx="11"/>
          </p:nvPr>
        </p:nvSpPr>
        <p:spPr/>
        <p:txBody>
          <a:bodyPr/>
          <a:lstStyle/>
          <a:p>
            <a:r>
              <a:rPr lang="en-CA"/>
              <a:t>Essential considerations for developing a “truly” sustainable design </a:t>
            </a:r>
            <a:endParaRPr lang="en-US"/>
          </a:p>
        </p:txBody>
      </p:sp>
      <p:sp>
        <p:nvSpPr>
          <p:cNvPr id="5" name="Slide Number Placeholder 4">
            <a:extLst>
              <a:ext uri="{FF2B5EF4-FFF2-40B4-BE49-F238E27FC236}">
                <a16:creationId xmlns:a16="http://schemas.microsoft.com/office/drawing/2014/main" id="{7A8606E9-FEDE-7BD1-3669-85766FBC9F26}"/>
              </a:ext>
            </a:extLst>
          </p:cNvPr>
          <p:cNvSpPr>
            <a:spLocks noGrp="1"/>
          </p:cNvSpPr>
          <p:nvPr>
            <p:ph type="sldNum" sz="quarter" idx="12"/>
          </p:nvPr>
        </p:nvSpPr>
        <p:spPr/>
        <p:txBody>
          <a:bodyPr/>
          <a:lstStyle/>
          <a:p>
            <a:r>
              <a:rPr lang="en-US"/>
              <a:t>PG. </a:t>
            </a:r>
            <a:fld id="{93005692-73BE-493E-93AB-ECD6027A7652}" type="slidenum">
              <a:rPr lang="en-US" smtClean="0"/>
              <a:pPr/>
              <a:t>7</a:t>
            </a:fld>
            <a:endParaRPr lang="en-US"/>
          </a:p>
        </p:txBody>
      </p:sp>
      <p:pic>
        <p:nvPicPr>
          <p:cNvPr id="6" name="Content Placeholder 5">
            <a:extLst>
              <a:ext uri="{FF2B5EF4-FFF2-40B4-BE49-F238E27FC236}">
                <a16:creationId xmlns:a16="http://schemas.microsoft.com/office/drawing/2014/main" id="{737D0570-54CD-D0B3-0DBF-6FDA98EE974C}"/>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l="-4856" t="7912" r="42807" b="7585"/>
          <a:stretch>
            <a:fillRect/>
          </a:stretch>
        </p:blipFill>
        <p:spPr bwMode="auto">
          <a:xfrm>
            <a:off x="3477232" y="1485257"/>
            <a:ext cx="5135935" cy="4451048"/>
          </a:xfrm>
          <a:prstGeom prst="rect">
            <a:avLst/>
          </a:prstGeom>
          <a:noFill/>
          <a:ln>
            <a:noFill/>
          </a:ln>
          <a:extLst>
            <a:ext uri="{53640926-AAD7-44D8-BBD7-CCE9431645EC}">
              <a14:shadowObscured xmlns:a14="http://schemas.microsoft.com/office/drawing/2010/main"/>
            </a:ext>
          </a:extLst>
        </p:spPr>
      </p:pic>
      <p:sp>
        <p:nvSpPr>
          <p:cNvPr id="7" name="Footer Placeholder 3">
            <a:extLst>
              <a:ext uri="{FF2B5EF4-FFF2-40B4-BE49-F238E27FC236}">
                <a16:creationId xmlns:a16="http://schemas.microsoft.com/office/drawing/2014/main" id="{DA4A17A4-FBEE-EAE4-6BE8-54DA77184CBC}"/>
              </a:ext>
            </a:extLst>
          </p:cNvPr>
          <p:cNvSpPr txBox="1">
            <a:spLocks/>
          </p:cNvSpPr>
          <p:nvPr/>
        </p:nvSpPr>
        <p:spPr>
          <a:xfrm>
            <a:off x="4176562" y="6010638"/>
            <a:ext cx="5226517" cy="250337"/>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CA" dirty="0"/>
              <a:t>Image source: </a:t>
            </a:r>
            <a:r>
              <a:rPr lang="en-US" dirty="0"/>
              <a:t>(Purvis et al., 2019)</a:t>
            </a:r>
            <a:endParaRPr lang="en-CA" dirty="0"/>
          </a:p>
        </p:txBody>
      </p:sp>
    </p:spTree>
    <p:extLst>
      <p:ext uri="{BB962C8B-B14F-4D97-AF65-F5344CB8AC3E}">
        <p14:creationId xmlns:p14="http://schemas.microsoft.com/office/powerpoint/2010/main" val="13093319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D48F991D-4B69-BBBC-A0D5-86FE2E99D038}"/>
              </a:ext>
            </a:extLst>
          </p:cNvPr>
          <p:cNvPicPr>
            <a:picLocks noGrp="1" noChangeAspect="1"/>
          </p:cNvPicPr>
          <p:nvPr>
            <p:ph idx="1"/>
          </p:nvPr>
        </p:nvPicPr>
        <p:blipFill>
          <a:blip r:embed="rId3"/>
          <a:srcRect l="878" t="24842" r="788" b="13819"/>
          <a:stretch>
            <a:fillRect/>
          </a:stretch>
        </p:blipFill>
        <p:spPr>
          <a:xfrm>
            <a:off x="361507" y="1413163"/>
            <a:ext cx="11376838" cy="4595117"/>
          </a:xfrm>
          <a:prstGeom prst="rect">
            <a:avLst/>
          </a:prstGeom>
          <a:noFill/>
        </p:spPr>
      </p:pic>
      <p:sp>
        <p:nvSpPr>
          <p:cNvPr id="4" name="Footer Placeholder 3">
            <a:extLst>
              <a:ext uri="{FF2B5EF4-FFF2-40B4-BE49-F238E27FC236}">
                <a16:creationId xmlns:a16="http://schemas.microsoft.com/office/drawing/2014/main" id="{A0CC5EF0-4D9B-0A91-1337-CCA70F15648B}"/>
              </a:ext>
            </a:extLst>
          </p:cNvPr>
          <p:cNvSpPr>
            <a:spLocks noGrp="1"/>
          </p:cNvSpPr>
          <p:nvPr>
            <p:ph type="ftr" sz="quarter" idx="17"/>
          </p:nvPr>
        </p:nvSpPr>
        <p:spPr>
          <a:xfrm>
            <a:off x="259882" y="6335309"/>
            <a:ext cx="5226517" cy="250337"/>
          </a:xfrm>
        </p:spPr>
        <p:txBody>
          <a:bodyPr anchor="ctr">
            <a:normAutofit/>
          </a:bodyPr>
          <a:lstStyle/>
          <a:p>
            <a:r>
              <a:rPr lang="en-CA" dirty="0"/>
              <a:t>Essential considerations for developing a “truly” sustainable design </a:t>
            </a:r>
            <a:endParaRPr lang="en-US" dirty="0"/>
          </a:p>
        </p:txBody>
      </p:sp>
      <p:sp>
        <p:nvSpPr>
          <p:cNvPr id="5" name="Slide Number Placeholder 4">
            <a:extLst>
              <a:ext uri="{FF2B5EF4-FFF2-40B4-BE49-F238E27FC236}">
                <a16:creationId xmlns:a16="http://schemas.microsoft.com/office/drawing/2014/main" id="{C9AA2AD2-F833-4F52-B030-9B95623D19E5}"/>
              </a:ext>
            </a:extLst>
          </p:cNvPr>
          <p:cNvSpPr>
            <a:spLocks noGrp="1"/>
          </p:cNvSpPr>
          <p:nvPr>
            <p:ph type="sldNum" sz="quarter" idx="18"/>
          </p:nvPr>
        </p:nvSpPr>
        <p:spPr>
          <a:xfrm>
            <a:off x="5588000" y="6335309"/>
            <a:ext cx="1016000" cy="250337"/>
          </a:xfrm>
        </p:spPr>
        <p:txBody>
          <a:bodyPr anchor="ctr">
            <a:normAutofit/>
          </a:bodyPr>
          <a:lstStyle/>
          <a:p>
            <a:pPr>
              <a:spcAft>
                <a:spcPts val="600"/>
              </a:spcAft>
            </a:pPr>
            <a:r>
              <a:rPr lang="en-US"/>
              <a:t>PG. </a:t>
            </a:r>
            <a:fld id="{93005692-73BE-493E-93AB-ECD6027A7652}" type="slidenum">
              <a:rPr lang="en-US" smtClean="0"/>
              <a:pPr>
                <a:spcAft>
                  <a:spcPts val="600"/>
                </a:spcAft>
              </a:pPr>
              <a:t>8</a:t>
            </a:fld>
            <a:endParaRPr lang="en-US"/>
          </a:p>
        </p:txBody>
      </p:sp>
      <p:sp>
        <p:nvSpPr>
          <p:cNvPr id="2" name="Title 1">
            <a:extLst>
              <a:ext uri="{FF2B5EF4-FFF2-40B4-BE49-F238E27FC236}">
                <a16:creationId xmlns:a16="http://schemas.microsoft.com/office/drawing/2014/main" id="{70AB3D09-4D01-A537-FBF0-C0346E350DEA}"/>
              </a:ext>
            </a:extLst>
          </p:cNvPr>
          <p:cNvSpPr>
            <a:spLocks noGrp="1"/>
          </p:cNvSpPr>
          <p:nvPr>
            <p:ph type="title"/>
          </p:nvPr>
        </p:nvSpPr>
        <p:spPr>
          <a:xfrm>
            <a:off x="259883" y="434108"/>
            <a:ext cx="9383847" cy="895927"/>
          </a:xfrm>
        </p:spPr>
        <p:txBody>
          <a:bodyPr anchor="ctr">
            <a:normAutofit/>
          </a:bodyPr>
          <a:lstStyle/>
          <a:p>
            <a:r>
              <a:rPr lang="en-US"/>
              <a:t>Example: Aswan Hydroelectric Dam in EGYPT</a:t>
            </a:r>
          </a:p>
        </p:txBody>
      </p:sp>
      <p:sp>
        <p:nvSpPr>
          <p:cNvPr id="3" name="Footer Placeholder 3">
            <a:extLst>
              <a:ext uri="{FF2B5EF4-FFF2-40B4-BE49-F238E27FC236}">
                <a16:creationId xmlns:a16="http://schemas.microsoft.com/office/drawing/2014/main" id="{017F9C26-1F3A-FB0F-B5A5-3AD8E7B90919}"/>
              </a:ext>
            </a:extLst>
          </p:cNvPr>
          <p:cNvSpPr txBox="1">
            <a:spLocks/>
          </p:cNvSpPr>
          <p:nvPr/>
        </p:nvSpPr>
        <p:spPr>
          <a:xfrm>
            <a:off x="3990741" y="6071698"/>
            <a:ext cx="5226517" cy="250337"/>
          </a:xfrm>
          <a:prstGeom prst="rect">
            <a:avLst/>
          </a:prstGeom>
        </p:spPr>
        <p:txBody>
          <a:bodyPr vert="horz" lIns="91440" tIns="45720" rIns="91440" bIns="45720" rtlCol="0" anchor="ctr">
            <a:normAutofit fontScale="70000" lnSpcReduction="20000"/>
          </a:bodyPr>
          <a:lstStyle>
            <a:defPPr>
              <a:defRPr lang="en-US"/>
            </a:defPPr>
            <a:lvl1pPr marL="0" algn="l" defTabSz="914400" rtl="0" eaLnBrk="1" latinLnBrk="0" hangingPunct="1">
              <a:defRPr sz="10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CA" dirty="0"/>
              <a:t>Image source: (</a:t>
            </a:r>
            <a:r>
              <a:rPr lang="en-CA" i="1" dirty="0"/>
              <a:t>Aswan High Dam | Description, History, Capacity, Problems, &amp; Facts | Britannica</a:t>
            </a:r>
            <a:r>
              <a:rPr lang="en-CA" dirty="0"/>
              <a:t>, n.d.)</a:t>
            </a:r>
            <a:endParaRPr lang="en-US" dirty="0"/>
          </a:p>
          <a:p>
            <a:endParaRPr lang="en-US" dirty="0"/>
          </a:p>
        </p:txBody>
      </p:sp>
    </p:spTree>
    <p:extLst>
      <p:ext uri="{BB962C8B-B14F-4D97-AF65-F5344CB8AC3E}">
        <p14:creationId xmlns:p14="http://schemas.microsoft.com/office/powerpoint/2010/main" val="5467750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3ED25-6AE4-760B-7A2C-56ECB3F7CB5C}"/>
              </a:ext>
            </a:extLst>
          </p:cNvPr>
          <p:cNvSpPr>
            <a:spLocks noGrp="1"/>
          </p:cNvSpPr>
          <p:nvPr>
            <p:ph type="title"/>
          </p:nvPr>
        </p:nvSpPr>
        <p:spPr/>
        <p:txBody>
          <a:bodyPr>
            <a:normAutofit/>
          </a:bodyPr>
          <a:lstStyle/>
          <a:p>
            <a:r>
              <a:rPr lang="en-CA"/>
              <a:t>What is the most difficult pillar to account for and why</a:t>
            </a:r>
            <a:endParaRPr lang="en-US"/>
          </a:p>
        </p:txBody>
      </p:sp>
      <p:sp>
        <p:nvSpPr>
          <p:cNvPr id="3" name="Content Placeholder 2">
            <a:extLst>
              <a:ext uri="{FF2B5EF4-FFF2-40B4-BE49-F238E27FC236}">
                <a16:creationId xmlns:a16="http://schemas.microsoft.com/office/drawing/2014/main" id="{AAF41B9C-AAB1-3081-1C48-EE9F9C7BF020}"/>
              </a:ext>
            </a:extLst>
          </p:cNvPr>
          <p:cNvSpPr>
            <a:spLocks noGrp="1"/>
          </p:cNvSpPr>
          <p:nvPr>
            <p:ph idx="1"/>
          </p:nvPr>
        </p:nvSpPr>
        <p:spPr/>
        <p:txBody>
          <a:bodyPr/>
          <a:lstStyle/>
          <a:p>
            <a:r>
              <a:rPr lang="en-US"/>
              <a:t>Cont. example: </a:t>
            </a:r>
            <a:r>
              <a:rPr lang="en-US">
                <a:hlinkClick r:id="rId3"/>
              </a:rPr>
              <a:t>Constructing the dam</a:t>
            </a:r>
            <a:r>
              <a:rPr lang="en-US"/>
              <a:t> </a:t>
            </a:r>
            <a:r>
              <a:rPr lang="en-US">
                <a:sym typeface="Wingdings" panose="05000000000000000000" pitchFamily="2" charset="2"/>
              </a:rPr>
              <a:t> </a:t>
            </a:r>
            <a:r>
              <a:rPr lang="en-US">
                <a:hlinkClick r:id="rId4"/>
              </a:rPr>
              <a:t>(A) social impact </a:t>
            </a:r>
            <a:endParaRPr lang="en-US"/>
          </a:p>
          <a:p>
            <a:pPr marL="0" indent="0">
              <a:buNone/>
            </a:pPr>
            <a:endParaRPr lang="en-US"/>
          </a:p>
          <a:p>
            <a:r>
              <a:rPr lang="en-US"/>
              <a:t>What do we do? Think of every possible scenario?!</a:t>
            </a:r>
          </a:p>
          <a:p>
            <a:endParaRPr lang="en-US"/>
          </a:p>
          <a:p>
            <a:r>
              <a:rPr lang="en-US"/>
              <a:t>Reduce complexity by asking questions around scope and priority  </a:t>
            </a:r>
          </a:p>
          <a:p>
            <a:pPr marL="0" indent="0">
              <a:buNone/>
            </a:pPr>
            <a:endParaRPr lang="en-US"/>
          </a:p>
        </p:txBody>
      </p:sp>
      <p:sp>
        <p:nvSpPr>
          <p:cNvPr id="4" name="Footer Placeholder 3">
            <a:extLst>
              <a:ext uri="{FF2B5EF4-FFF2-40B4-BE49-F238E27FC236}">
                <a16:creationId xmlns:a16="http://schemas.microsoft.com/office/drawing/2014/main" id="{B9F94DEE-5FE5-033B-B955-CFE47F01FF0B}"/>
              </a:ext>
            </a:extLst>
          </p:cNvPr>
          <p:cNvSpPr>
            <a:spLocks noGrp="1"/>
          </p:cNvSpPr>
          <p:nvPr>
            <p:ph type="ftr" sz="quarter" idx="11"/>
          </p:nvPr>
        </p:nvSpPr>
        <p:spPr/>
        <p:txBody>
          <a:bodyPr/>
          <a:lstStyle/>
          <a:p>
            <a:r>
              <a:rPr lang="en-CA"/>
              <a:t>Essential considerations for developing a “truly” sustainable design </a:t>
            </a:r>
            <a:endParaRPr lang="en-US"/>
          </a:p>
        </p:txBody>
      </p:sp>
      <p:sp>
        <p:nvSpPr>
          <p:cNvPr id="5" name="Slide Number Placeholder 4">
            <a:extLst>
              <a:ext uri="{FF2B5EF4-FFF2-40B4-BE49-F238E27FC236}">
                <a16:creationId xmlns:a16="http://schemas.microsoft.com/office/drawing/2014/main" id="{4FD4CE74-6CCD-1804-BB45-6A4C2EE9DAAC}"/>
              </a:ext>
            </a:extLst>
          </p:cNvPr>
          <p:cNvSpPr>
            <a:spLocks noGrp="1"/>
          </p:cNvSpPr>
          <p:nvPr>
            <p:ph type="sldNum" sz="quarter" idx="12"/>
          </p:nvPr>
        </p:nvSpPr>
        <p:spPr/>
        <p:txBody>
          <a:bodyPr/>
          <a:lstStyle/>
          <a:p>
            <a:r>
              <a:rPr lang="en-US"/>
              <a:t>PG. </a:t>
            </a:r>
            <a:fld id="{93005692-73BE-493E-93AB-ECD6027A7652}" type="slidenum">
              <a:rPr lang="en-US" smtClean="0"/>
              <a:pPr/>
              <a:t>9</a:t>
            </a:fld>
            <a:endParaRPr lang="en-US"/>
          </a:p>
        </p:txBody>
      </p:sp>
    </p:spTree>
    <p:extLst>
      <p:ext uri="{BB962C8B-B14F-4D97-AF65-F5344CB8AC3E}">
        <p14:creationId xmlns:p14="http://schemas.microsoft.com/office/powerpoint/2010/main" val="25813645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do we go about the challenge?</a:t>
            </a:r>
          </a:p>
        </p:txBody>
      </p:sp>
      <p:sp>
        <p:nvSpPr>
          <p:cNvPr id="5" name="Footer Placeholder 4"/>
          <p:cNvSpPr>
            <a:spLocks noGrp="1"/>
          </p:cNvSpPr>
          <p:nvPr>
            <p:ph type="ftr" sz="quarter" idx="11"/>
          </p:nvPr>
        </p:nvSpPr>
        <p:spPr/>
        <p:txBody>
          <a:bodyPr/>
          <a:lstStyle/>
          <a:p>
            <a:r>
              <a:rPr lang="en-CA"/>
              <a:t>Essential considerations for developing a “truly” sustainable design </a:t>
            </a:r>
            <a:endParaRPr lang="en-US"/>
          </a:p>
        </p:txBody>
      </p:sp>
      <p:sp>
        <p:nvSpPr>
          <p:cNvPr id="6" name="Slide Number Placeholder 5"/>
          <p:cNvSpPr>
            <a:spLocks noGrp="1"/>
          </p:cNvSpPr>
          <p:nvPr>
            <p:ph type="sldNum" sz="quarter" idx="12"/>
          </p:nvPr>
        </p:nvSpPr>
        <p:spPr/>
        <p:txBody>
          <a:bodyPr/>
          <a:lstStyle/>
          <a:p>
            <a:r>
              <a:rPr lang="en-US"/>
              <a:t>PG. </a:t>
            </a:r>
            <a:fld id="{93005692-73BE-493E-93AB-ECD6027A7652}" type="slidenum">
              <a:rPr lang="en-US" smtClean="0"/>
              <a:pPr/>
              <a:t>10</a:t>
            </a:fld>
            <a:endParaRPr lang="en-US"/>
          </a:p>
        </p:txBody>
      </p:sp>
      <p:sp>
        <p:nvSpPr>
          <p:cNvPr id="9" name="Content Placeholder 2">
            <a:extLst>
              <a:ext uri="{FF2B5EF4-FFF2-40B4-BE49-F238E27FC236}">
                <a16:creationId xmlns:a16="http://schemas.microsoft.com/office/drawing/2014/main" id="{AD11AB65-51BA-5347-B344-9E047D6D0B95}"/>
              </a:ext>
            </a:extLst>
          </p:cNvPr>
          <p:cNvSpPr>
            <a:spLocks noGrp="1"/>
          </p:cNvSpPr>
          <p:nvPr>
            <p:ph idx="1"/>
          </p:nvPr>
        </p:nvSpPr>
        <p:spPr>
          <a:xfrm>
            <a:off x="259882" y="1413163"/>
            <a:ext cx="11569729" cy="4595117"/>
          </a:xfrm>
        </p:spPr>
        <p:txBody>
          <a:bodyPr/>
          <a:lstStyle/>
          <a:p>
            <a:r>
              <a:rPr lang="en-US"/>
              <a:t>Group: Team of consultants </a:t>
            </a:r>
          </a:p>
          <a:p>
            <a:pPr marL="0" indent="0">
              <a:buNone/>
            </a:pPr>
            <a:endParaRPr lang="en-US"/>
          </a:p>
          <a:p>
            <a:r>
              <a:rPr lang="en-US"/>
              <a:t>Client: University of Waterloo</a:t>
            </a:r>
          </a:p>
          <a:p>
            <a:endParaRPr lang="en-US"/>
          </a:p>
          <a:p>
            <a:r>
              <a:rPr lang="en-US"/>
              <a:t>Requirements: Judging Rubric </a:t>
            </a:r>
          </a:p>
          <a:p>
            <a:pPr marL="0" indent="0">
              <a:buNone/>
            </a:pPr>
            <a:endParaRPr lang="en-US"/>
          </a:p>
        </p:txBody>
      </p:sp>
    </p:spTree>
    <p:extLst>
      <p:ext uri="{BB962C8B-B14F-4D97-AF65-F5344CB8AC3E}">
        <p14:creationId xmlns:p14="http://schemas.microsoft.com/office/powerpoint/2010/main" val="41688136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8EECF-4E4E-C605-78A6-D713A10B9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1A9E4F-A628-3553-9652-E9AA31B41535}"/>
              </a:ext>
            </a:extLst>
          </p:cNvPr>
          <p:cNvSpPr>
            <a:spLocks noGrp="1"/>
          </p:cNvSpPr>
          <p:nvPr>
            <p:ph type="title"/>
          </p:nvPr>
        </p:nvSpPr>
        <p:spPr/>
        <p:txBody>
          <a:bodyPr/>
          <a:lstStyle/>
          <a:p>
            <a:pPr algn="ctr"/>
            <a:r>
              <a:rPr lang="en-US"/>
              <a:t>Goal</a:t>
            </a:r>
          </a:p>
        </p:txBody>
      </p:sp>
      <p:sp>
        <p:nvSpPr>
          <p:cNvPr id="5" name="Footer Placeholder 4">
            <a:extLst>
              <a:ext uri="{FF2B5EF4-FFF2-40B4-BE49-F238E27FC236}">
                <a16:creationId xmlns:a16="http://schemas.microsoft.com/office/drawing/2014/main" id="{62068D71-2BD8-E714-EF23-E40F4AEDE53D}"/>
              </a:ext>
            </a:extLst>
          </p:cNvPr>
          <p:cNvSpPr>
            <a:spLocks noGrp="1"/>
          </p:cNvSpPr>
          <p:nvPr>
            <p:ph type="ftr" sz="quarter" idx="11"/>
          </p:nvPr>
        </p:nvSpPr>
        <p:spPr/>
        <p:txBody>
          <a:bodyPr/>
          <a:lstStyle/>
          <a:p>
            <a:r>
              <a:rPr lang="en-CA"/>
              <a:t>Essential considerations for developing a “truly” sustainable design </a:t>
            </a:r>
            <a:endParaRPr lang="en-US"/>
          </a:p>
        </p:txBody>
      </p:sp>
      <p:sp>
        <p:nvSpPr>
          <p:cNvPr id="6" name="Slide Number Placeholder 5">
            <a:extLst>
              <a:ext uri="{FF2B5EF4-FFF2-40B4-BE49-F238E27FC236}">
                <a16:creationId xmlns:a16="http://schemas.microsoft.com/office/drawing/2014/main" id="{C9E55458-A60F-BFBA-D470-34CF4C4F0561}"/>
              </a:ext>
            </a:extLst>
          </p:cNvPr>
          <p:cNvSpPr>
            <a:spLocks noGrp="1"/>
          </p:cNvSpPr>
          <p:nvPr>
            <p:ph type="sldNum" sz="quarter" idx="12"/>
          </p:nvPr>
        </p:nvSpPr>
        <p:spPr/>
        <p:txBody>
          <a:bodyPr/>
          <a:lstStyle/>
          <a:p>
            <a:r>
              <a:rPr lang="en-US"/>
              <a:t>PG. </a:t>
            </a:r>
            <a:fld id="{93005692-73BE-493E-93AB-ECD6027A7652}" type="slidenum">
              <a:rPr lang="en-US" smtClean="0"/>
              <a:pPr/>
              <a:t>11</a:t>
            </a:fld>
            <a:endParaRPr lang="en-US"/>
          </a:p>
        </p:txBody>
      </p:sp>
      <p:sp>
        <p:nvSpPr>
          <p:cNvPr id="9" name="Content Placeholder 2">
            <a:extLst>
              <a:ext uri="{FF2B5EF4-FFF2-40B4-BE49-F238E27FC236}">
                <a16:creationId xmlns:a16="http://schemas.microsoft.com/office/drawing/2014/main" id="{D34CAC2B-E54E-3CCF-5B00-D7B9AFEF11F2}"/>
              </a:ext>
            </a:extLst>
          </p:cNvPr>
          <p:cNvSpPr>
            <a:spLocks noGrp="1"/>
          </p:cNvSpPr>
          <p:nvPr>
            <p:ph idx="1"/>
          </p:nvPr>
        </p:nvSpPr>
        <p:spPr>
          <a:xfrm>
            <a:off x="259882" y="1413163"/>
            <a:ext cx="11569729" cy="4595117"/>
          </a:xfrm>
        </p:spPr>
        <p:txBody>
          <a:bodyPr/>
          <a:lstStyle/>
          <a:p>
            <a:pPr marL="0" indent="0" algn="ctr">
              <a:lnSpc>
                <a:spcPct val="200000"/>
              </a:lnSpc>
              <a:buNone/>
            </a:pPr>
            <a:r>
              <a:rPr lang="en-CA"/>
              <a:t> </a:t>
            </a:r>
            <a:br>
              <a:rPr lang="en-CA"/>
            </a:br>
            <a:r>
              <a:rPr lang="en-CA"/>
              <a:t>Design a solution that </a:t>
            </a:r>
            <a:r>
              <a:rPr lang="en-CA" b="1" u="sng"/>
              <a:t>checks off</a:t>
            </a:r>
            <a:r>
              <a:rPr lang="en-CA" b="1"/>
              <a:t> </a:t>
            </a:r>
            <a:r>
              <a:rPr lang="en-CA"/>
              <a:t>your client’s requirements. If </a:t>
            </a:r>
            <a:r>
              <a:rPr lang="en-CA" b="1" u="sng"/>
              <a:t>design trade offs</a:t>
            </a:r>
            <a:r>
              <a:rPr lang="en-CA"/>
              <a:t> are made, </a:t>
            </a:r>
            <a:r>
              <a:rPr lang="en-CA" b="1" u="sng"/>
              <a:t>highlight it </a:t>
            </a:r>
            <a:r>
              <a:rPr lang="en-CA"/>
              <a:t>to your client </a:t>
            </a:r>
            <a:r>
              <a:rPr lang="en-CA" b="1" u="sng"/>
              <a:t>and explain</a:t>
            </a:r>
            <a:r>
              <a:rPr lang="en-CA" b="1"/>
              <a:t> </a:t>
            </a:r>
            <a:r>
              <a:rPr lang="en-CA"/>
              <a:t>the rationale behind your decision to compromise on one criterion over the others. </a:t>
            </a:r>
            <a:endParaRPr lang="en-US"/>
          </a:p>
        </p:txBody>
      </p:sp>
    </p:spTree>
    <p:extLst>
      <p:ext uri="{BB962C8B-B14F-4D97-AF65-F5344CB8AC3E}">
        <p14:creationId xmlns:p14="http://schemas.microsoft.com/office/powerpoint/2010/main" val="41290282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Thank you!</a:t>
            </a:r>
          </a:p>
        </p:txBody>
      </p:sp>
      <p:sp>
        <p:nvSpPr>
          <p:cNvPr id="3" name="Footer Placeholder 2"/>
          <p:cNvSpPr>
            <a:spLocks noGrp="1"/>
          </p:cNvSpPr>
          <p:nvPr>
            <p:ph type="ftr" sz="quarter" idx="11"/>
          </p:nvPr>
        </p:nvSpPr>
        <p:spPr/>
        <p:txBody>
          <a:bodyPr/>
          <a:lstStyle/>
          <a:p>
            <a:r>
              <a:rPr lang="en-CA"/>
              <a:t>Essential considerations for developing a “truly” sustainable design </a:t>
            </a:r>
            <a:endParaRPr lang="en-US"/>
          </a:p>
        </p:txBody>
      </p:sp>
      <p:sp>
        <p:nvSpPr>
          <p:cNvPr id="4" name="Slide Number Placeholder 3"/>
          <p:cNvSpPr>
            <a:spLocks noGrp="1"/>
          </p:cNvSpPr>
          <p:nvPr>
            <p:ph type="sldNum" sz="quarter" idx="12"/>
          </p:nvPr>
        </p:nvSpPr>
        <p:spPr/>
        <p:txBody>
          <a:bodyPr/>
          <a:lstStyle/>
          <a:p>
            <a:r>
              <a:rPr lang="en-US"/>
              <a:t>PG. </a:t>
            </a:r>
            <a:fld id="{93005692-73BE-493E-93AB-ECD6027A7652}" type="slidenum">
              <a:rPr lang="en-US" smtClean="0"/>
              <a:pPr/>
              <a:t>12</a:t>
            </a:fld>
            <a:endParaRPr lang="en-US"/>
          </a:p>
        </p:txBody>
      </p:sp>
    </p:spTree>
    <p:extLst>
      <p:ext uri="{BB962C8B-B14F-4D97-AF65-F5344CB8AC3E}">
        <p14:creationId xmlns:p14="http://schemas.microsoft.com/office/powerpoint/2010/main" val="12403793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BAC3F-EA34-0FF6-A09A-767FF3CFC8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7BAD0A-43B7-53F2-5697-2CE2FE13F526}"/>
              </a:ext>
            </a:extLst>
          </p:cNvPr>
          <p:cNvSpPr>
            <a:spLocks noGrp="1"/>
          </p:cNvSpPr>
          <p:nvPr>
            <p:ph type="title"/>
          </p:nvPr>
        </p:nvSpPr>
        <p:spPr>
          <a:xfrm>
            <a:off x="259882" y="3051543"/>
            <a:ext cx="11634837" cy="983743"/>
          </a:xfrm>
        </p:spPr>
        <p:txBody>
          <a:bodyPr>
            <a:normAutofit/>
          </a:bodyPr>
          <a:lstStyle/>
          <a:p>
            <a:r>
              <a:rPr lang="en-US"/>
              <a:t>Questions?</a:t>
            </a:r>
          </a:p>
        </p:txBody>
      </p:sp>
      <p:sp>
        <p:nvSpPr>
          <p:cNvPr id="4" name="Footer Placeholder 3">
            <a:extLst>
              <a:ext uri="{FF2B5EF4-FFF2-40B4-BE49-F238E27FC236}">
                <a16:creationId xmlns:a16="http://schemas.microsoft.com/office/drawing/2014/main" id="{0DA549C8-DE3C-C911-C3AC-8225B15B8625}"/>
              </a:ext>
            </a:extLst>
          </p:cNvPr>
          <p:cNvSpPr>
            <a:spLocks noGrp="1"/>
          </p:cNvSpPr>
          <p:nvPr>
            <p:ph type="ftr" sz="quarter" idx="11"/>
          </p:nvPr>
        </p:nvSpPr>
        <p:spPr/>
        <p:txBody>
          <a:bodyPr/>
          <a:lstStyle/>
          <a:p>
            <a:r>
              <a:rPr lang="en-CA"/>
              <a:t>Essential considerations for developing a “truly” sustainable design </a:t>
            </a:r>
            <a:endParaRPr lang="en-US"/>
          </a:p>
        </p:txBody>
      </p:sp>
      <p:sp>
        <p:nvSpPr>
          <p:cNvPr id="5" name="Slide Number Placeholder 4">
            <a:extLst>
              <a:ext uri="{FF2B5EF4-FFF2-40B4-BE49-F238E27FC236}">
                <a16:creationId xmlns:a16="http://schemas.microsoft.com/office/drawing/2014/main" id="{CB60D53D-B4BF-EE7F-EA70-8773DB5E4CEC}"/>
              </a:ext>
            </a:extLst>
          </p:cNvPr>
          <p:cNvSpPr>
            <a:spLocks noGrp="1"/>
          </p:cNvSpPr>
          <p:nvPr>
            <p:ph type="sldNum" sz="quarter" idx="12"/>
          </p:nvPr>
        </p:nvSpPr>
        <p:spPr/>
        <p:txBody>
          <a:bodyPr/>
          <a:lstStyle/>
          <a:p>
            <a:r>
              <a:rPr lang="en-US"/>
              <a:t>PG. </a:t>
            </a:r>
            <a:fld id="{93005692-73BE-493E-93AB-ECD6027A7652}" type="slidenum">
              <a:rPr lang="en-US" smtClean="0"/>
              <a:pPr/>
              <a:t>13</a:t>
            </a:fld>
            <a:endParaRPr lang="en-US"/>
          </a:p>
        </p:txBody>
      </p:sp>
    </p:spTree>
    <p:extLst>
      <p:ext uri="{BB962C8B-B14F-4D97-AF65-F5344CB8AC3E}">
        <p14:creationId xmlns:p14="http://schemas.microsoft.com/office/powerpoint/2010/main" val="18011272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UofWaterloo_WhiteBkgrd">
  <a:themeElements>
    <a:clrScheme name="UWaterloo Environment">
      <a:dk1>
        <a:srgbClr val="000000"/>
      </a:dk1>
      <a:lt1>
        <a:srgbClr val="FFFFFF"/>
      </a:lt1>
      <a:dk2>
        <a:srgbClr val="757575"/>
      </a:dk2>
      <a:lt2>
        <a:srgbClr val="D6D6D6"/>
      </a:lt2>
      <a:accent1>
        <a:srgbClr val="CEDE00"/>
      </a:accent1>
      <a:accent2>
        <a:srgbClr val="0C0C0C"/>
      </a:accent2>
      <a:accent3>
        <a:srgbClr val="D4ED98"/>
      </a:accent3>
      <a:accent4>
        <a:srgbClr val="84BF00"/>
      </a:accent4>
      <a:accent5>
        <a:srgbClr val="778921"/>
      </a:accent5>
      <a:accent6>
        <a:srgbClr val="84BF00"/>
      </a:accent6>
      <a:hlink>
        <a:srgbClr val="778921"/>
      </a:hlink>
      <a:folHlink>
        <a:srgbClr val="595959"/>
      </a:folHlink>
    </a:clrScheme>
    <a:fontScheme name="Custom 4">
      <a:majorFont>
        <a:latin typeface="Barlow Condensed"/>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aculty_of_environment_powerpoint_template_16-9_widescreen" id="{1980C99F-FB97-CF43-B504-B44AD18FF4D2}" vid="{B76B5134-52EF-2B44-836D-803F04D635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535D3CEC2F76A4CA1EC3507E2D03D36" ma:contentTypeVersion="16" ma:contentTypeDescription="Create a new document." ma:contentTypeScope="" ma:versionID="bb97bee70b1606bbb700640dacabe47f">
  <xsd:schema xmlns:xsd="http://www.w3.org/2001/XMLSchema" xmlns:xs="http://www.w3.org/2001/XMLSchema" xmlns:p="http://schemas.microsoft.com/office/2006/metadata/properties" xmlns:ns2="9bed8fe0-fd4c-4f92-9936-a2497f3396f6" xmlns:ns3="5d8f0207-1964-4a5e-9049-2927796093eb" targetNamespace="http://schemas.microsoft.com/office/2006/metadata/properties" ma:root="true" ma:fieldsID="5de26a37e5c2406e777d4ddd47cd8e40" ns2:_="" ns3:_="">
    <xsd:import namespace="9bed8fe0-fd4c-4f92-9936-a2497f3396f6"/>
    <xsd:import namespace="5d8f0207-1964-4a5e-9049-2927796093e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ObjectDetectorVersions" minOccurs="0"/>
                <xsd:element ref="ns3:MediaServiceSearchPropertie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ed8fe0-fd4c-4f92-9936-a2497f3396f6" elementFormDefault="qualified">
    <xsd:import namespace="http://schemas.microsoft.com/office/2006/documentManagement/types"/>
    <xsd:import namespace="http://schemas.microsoft.com/office/infopath/2007/PartnerControls"/>
    <xsd:element name="SharedWithUsers" ma:index="8"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ba7b523d-fb2c-44c1-96a9-2a2e1bedae48}" ma:internalName="TaxCatchAll" ma:showField="CatchAllData" ma:web="9bed8fe0-fd4c-4f92-9936-a2497f3396f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d8f0207-1964-4a5e-9049-2927796093e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cbf906fe-3e8e-4b22-a6fd-bde302b9218c"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d8f0207-1964-4a5e-9049-2927796093eb">
      <Terms xmlns="http://schemas.microsoft.com/office/infopath/2007/PartnerControls"/>
    </lcf76f155ced4ddcb4097134ff3c332f>
    <TaxCatchAll xmlns="9bed8fe0-fd4c-4f92-9936-a2497f3396f6" xsi:nil="true"/>
  </documentManagement>
</p:properties>
</file>

<file path=customXml/itemProps1.xml><?xml version="1.0" encoding="utf-8"?>
<ds:datastoreItem xmlns:ds="http://schemas.openxmlformats.org/officeDocument/2006/customXml" ds:itemID="{349136B8-A66C-4215-A35A-2C4A01D613CE}">
  <ds:schemaRefs>
    <ds:schemaRef ds:uri="http://schemas.microsoft.com/sharepoint/v3/contenttype/forms"/>
  </ds:schemaRefs>
</ds:datastoreItem>
</file>

<file path=customXml/itemProps2.xml><?xml version="1.0" encoding="utf-8"?>
<ds:datastoreItem xmlns:ds="http://schemas.openxmlformats.org/officeDocument/2006/customXml" ds:itemID="{02C79FB6-215D-4EFD-9090-004DC34BB87B}">
  <ds:schemaRefs>
    <ds:schemaRef ds:uri="5d8f0207-1964-4a5e-9049-2927796093eb"/>
    <ds:schemaRef ds:uri="9bed8fe0-fd4c-4f92-9936-a2497f3396f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044AF62-F8E7-4E95-A520-63307523F86E}">
  <ds:schemaRefs>
    <ds:schemaRef ds:uri="5d8f0207-1964-4a5e-9049-2927796093eb"/>
    <ds:schemaRef ds:uri="9bed8fe0-fd4c-4f92-9936-a2497f3396f6"/>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a9ee03e0-b78c-4998-8bf4-79b266b85105}" enabled="1" method="Standard" siteId="{723a5a87-f39a-4a22-9247-3fc240c01396}" removed="0"/>
</clbl:labelList>
</file>

<file path=docProps/app.xml><?xml version="1.0" encoding="utf-8"?>
<Properties xmlns="http://schemas.openxmlformats.org/officeDocument/2006/extended-properties" xmlns:vt="http://schemas.openxmlformats.org/officeDocument/2006/docPropsVTypes">
  <Template>environment_powerpoint_template_16-9_widescreen</Template>
  <TotalTime>1</TotalTime>
  <Words>1106</Words>
  <Application>Microsoft Office PowerPoint</Application>
  <PresentationFormat>Widescreen</PresentationFormat>
  <Paragraphs>102</Paragraphs>
  <Slides>13</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Barlow Condensed</vt:lpstr>
      <vt:lpstr>Calibri</vt:lpstr>
      <vt:lpstr>Georgia</vt:lpstr>
      <vt:lpstr>Verdana</vt:lpstr>
      <vt:lpstr>Wingdings</vt:lpstr>
      <vt:lpstr>UofWaterloo_WhiteBkgrd</vt:lpstr>
      <vt:lpstr>Essential considerations for developing a “truly” sustainable design </vt:lpstr>
      <vt:lpstr>About me</vt:lpstr>
      <vt:lpstr>is there a Difference between the words  ‘Environmental’ and ‘Sustainable’?</vt:lpstr>
      <vt:lpstr>Is there a difference between the words ‘environmental’ and ‘sustainable’?</vt:lpstr>
      <vt:lpstr>Is there a difference between the words ‘environmental’ and ‘sustainable’?</vt:lpstr>
      <vt:lpstr>Is there a difference between the words ‘environmental’ and ‘sustainable’?</vt:lpstr>
      <vt:lpstr>Three Pillars of Sustainability</vt:lpstr>
      <vt:lpstr>Example: Aswan Hydroelectric Dam in EGYPT</vt:lpstr>
      <vt:lpstr>What is the most difficult pillar to account for and why</vt:lpstr>
      <vt:lpstr>How do we go about the challenge?</vt:lpstr>
      <vt:lpstr>Goal</vt:lpstr>
      <vt:lpstr>Thank you!</vt:lpstr>
      <vt:lpstr>Questions?</vt:lpstr>
    </vt:vector>
  </TitlesOfParts>
  <Company>University of Waterloo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Isra Saeed</dc:creator>
  <cp:lastModifiedBy>Isra Saeed</cp:lastModifiedBy>
  <cp:revision>1</cp:revision>
  <dcterms:created xsi:type="dcterms:W3CDTF">2026-07-03T19:38:34Z</dcterms:created>
  <dcterms:modified xsi:type="dcterms:W3CDTF">2026-07-04T15:53:17Z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0x0101009535D3CEC2F76A4CA1EC3507E2D03D36</vt:lpwstr>
  </property>
</Properties>
</file>